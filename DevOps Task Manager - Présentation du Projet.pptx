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embeddedFontLst>
    <p:embeddedFont>
      <p:font typeface="Quattrocento Sans" panose="020B0502050000020003" pitchFamily="34" charset="0"/>
      <p:regular r:id="rId18"/>
    </p:embeddedFont>
    <p:embeddedFont>
      <p:font typeface="Quattrocento Sans" panose="020B0502050000020003" pitchFamily="34" charset="-122"/>
      <p:regular r:id="rId19"/>
    </p:embeddedFont>
    <p:embeddedFont>
      <p:font typeface="Quattrocento Sans" panose="020B0502050000020003" pitchFamily="34" charset="-120"/>
      <p:regular r:id="rId20"/>
    </p:embeddedFont>
    <p:embeddedFont>
      <p:font typeface="Noto Sans SC" panose="020B0200000000000000" pitchFamily="34" charset="-122"/>
      <p:regular r:id="rId21"/>
    </p:embeddedFont>
    <p:embeddedFont>
      <p:font typeface="Noto Sans SC" panose="020B0200000000000000" pitchFamily="34" charset="-120"/>
      <p:regular r:id="rId22"/>
    </p:embeddedFont>
    <p:embeddedFont>
      <p:font typeface="MiSans" pitchFamily="34" charset="-122"/>
      <p:regular r:id="rId23"/>
    </p:embeddedFont>
    <p:embeddedFont>
      <p:font typeface="MiSans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bklweyoo2xaq/cover_bg.png"/>
          <p:cNvPicPr>
            <a:picLocks noChangeAspect="1"/>
          </p:cNvPicPr>
          <p:nvPr/>
        </p:nvPicPr>
        <p:blipFill>
          <a:blip r:embed="rId1">
            <a:alphaModFix amt="40000"/>
          </a:blip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385330" y="385330"/>
            <a:ext cx="2237509" cy="389659"/>
          </a:xfrm>
          <a:custGeom>
            <a:avLst/>
            <a:gdLst/>
            <a:ahLst/>
            <a:cxnLst/>
            <a:rect l="l" t="t" r="r" b="b"/>
            <a:pathLst>
              <a:path w="2237509" h="389659">
                <a:moveTo>
                  <a:pt x="194830" y="0"/>
                </a:moveTo>
                <a:lnTo>
                  <a:pt x="2042680" y="0"/>
                </a:lnTo>
                <a:cubicBezTo>
                  <a:pt x="2150281" y="0"/>
                  <a:pt x="2237509" y="87228"/>
                  <a:pt x="2237509" y="194830"/>
                </a:cubicBezTo>
                <a:lnTo>
                  <a:pt x="2237509" y="194830"/>
                </a:lnTo>
                <a:cubicBezTo>
                  <a:pt x="2237509" y="302431"/>
                  <a:pt x="2150281" y="389659"/>
                  <a:pt x="2042680" y="389659"/>
                </a:cubicBezTo>
                <a:lnTo>
                  <a:pt x="194830" y="389659"/>
                </a:lnTo>
                <a:cubicBezTo>
                  <a:pt x="87300" y="389659"/>
                  <a:pt x="0" y="302359"/>
                  <a:pt x="0" y="194830"/>
                </a:cubicBezTo>
                <a:lnTo>
                  <a:pt x="0" y="194830"/>
                </a:lnTo>
                <a:cubicBezTo>
                  <a:pt x="0" y="87300"/>
                  <a:pt x="87300" y="0"/>
                  <a:pt x="194830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  <a:ln w="11545">
            <a:solidFill>
              <a:srgbClr val="238636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005" y="491809"/>
            <a:ext cx="1998653" cy="1731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PROJET FINAL DEVOPS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005537"/>
            <a:ext cx="1188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DevOps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58A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Task Manager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519785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238636"/>
              </a:gs>
            </a:gsLst>
            <a:lin ang="0" scaled="1"/>
          </a:gradFill>
        </p:spPr>
      </p:sp>
      <p:sp>
        <p:nvSpPr>
          <p:cNvPr id="9" name="Text 6"/>
          <p:cNvSpPr/>
          <p:nvPr/>
        </p:nvSpPr>
        <p:spPr>
          <a:xfrm>
            <a:off x="381000" y="3881573"/>
            <a:ext cx="65151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Déploiement Automatisé d'une API REST sur Azure avec CI/CD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81000" y="5710806"/>
            <a:ext cx="11430000" cy="8659"/>
          </a:xfrm>
          <a:custGeom>
            <a:avLst/>
            <a:gdLst/>
            <a:ahLst/>
            <a:cxnLst/>
            <a:rect l="l" t="t" r="r" b="b"/>
            <a:pathLst>
              <a:path w="11430000" h="8659">
                <a:moveTo>
                  <a:pt x="0" y="0"/>
                </a:moveTo>
                <a:lnTo>
                  <a:pt x="11430000" y="0"/>
                </a:lnTo>
                <a:lnTo>
                  <a:pt x="11430000" y="8659"/>
                </a:lnTo>
                <a:lnTo>
                  <a:pt x="0" y="8659"/>
                </a:lnTo>
                <a:lnTo>
                  <a:pt x="0" y="0"/>
                </a:lnTo>
                <a:close/>
              </a:path>
            </a:pathLst>
          </a:custGeom>
          <a:solidFill>
            <a:srgbClr val="E6EDF3">
              <a:alpha val="10196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542182" y="4830526"/>
            <a:ext cx="1695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Seif Edin LEGNIOUI</a:t>
            </a:r>
            <a:r>
              <a:rPr lang="fr-FR" alt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</a:t>
            </a:r>
            <a:endParaRPr lang="fr-FR" altLang="en-US" sz="1350" b="1" dirty="0">
              <a:solidFill>
                <a:srgbClr val="E6EDF3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  <a:p>
            <a:pPr>
              <a:lnSpc>
                <a:spcPct val="130000"/>
              </a:lnSpc>
            </a:pPr>
            <a:r>
              <a:rPr lang="fr-FR" alt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Ayoub AFRAOUI</a:t>
            </a:r>
            <a:endParaRPr lang="fr-FR" altLang="en-US" sz="1350" b="1" dirty="0">
              <a:solidFill>
                <a:srgbClr val="E6EDF3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  <a:p>
            <a:pPr>
              <a:lnSpc>
                <a:spcPct val="130000"/>
              </a:lnSpc>
            </a:pPr>
            <a:r>
              <a:rPr lang="fr-FR" alt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Oussama Louat</a:t>
            </a:r>
            <a:endParaRPr lang="fr-FR" altLang="en-US" sz="1350" b="1" dirty="0">
              <a:solidFill>
                <a:srgbClr val="E6EDF3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  <a:p>
            <a:pPr>
              <a:lnSpc>
                <a:spcPct val="130000"/>
              </a:lnSpc>
            </a:pPr>
            <a:r>
              <a:rPr lang="fr-FR" alt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Kawtar Bejjaji</a:t>
            </a:r>
            <a:endParaRPr lang="fr-FR" altLang="en-US" sz="1350" b="1" dirty="0">
              <a:solidFill>
                <a:srgbClr val="E6EDF3"/>
              </a:solidFill>
              <a:latin typeface="Quattrocento Sans" panose="020B0502050000020003" pitchFamily="34" charset="0"/>
              <a:ea typeface="Quattrocento Sans" panose="020B0502050000020003" pitchFamily="34" charset="-122"/>
              <a:cs typeface="Quattrocento Sans" panose="020B0502050000020003" pitchFamily="34" charset="-12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066692" y="6229269"/>
            <a:ext cx="1685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Étudiant DevOps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692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Vue d'Ensemble du Projet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05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5" name="Shape 3"/>
          <p:cNvSpPr/>
          <p:nvPr/>
        </p:nvSpPr>
        <p:spPr>
          <a:xfrm>
            <a:off x="385330" y="1527924"/>
            <a:ext cx="5590309" cy="5256934"/>
          </a:xfrm>
          <a:custGeom>
            <a:avLst/>
            <a:gdLst/>
            <a:ahLst/>
            <a:cxnLst/>
            <a:rect l="l" t="t" r="r" b="b"/>
            <a:pathLst>
              <a:path w="5590309" h="5256934">
                <a:moveTo>
                  <a:pt x="152399" y="0"/>
                </a:moveTo>
                <a:lnTo>
                  <a:pt x="5437911" y="0"/>
                </a:lnTo>
                <a:cubicBezTo>
                  <a:pt x="5522078" y="0"/>
                  <a:pt x="5590309" y="68231"/>
                  <a:pt x="5590309" y="152399"/>
                </a:cubicBezTo>
                <a:lnTo>
                  <a:pt x="5590309" y="5104536"/>
                </a:lnTo>
                <a:cubicBezTo>
                  <a:pt x="5590309" y="5188703"/>
                  <a:pt x="5522078" y="5256934"/>
                  <a:pt x="5437911" y="5256934"/>
                </a:cubicBezTo>
                <a:lnTo>
                  <a:pt x="152399" y="5256934"/>
                </a:lnTo>
                <a:cubicBezTo>
                  <a:pt x="68231" y="5256934"/>
                  <a:pt x="0" y="5188703"/>
                  <a:pt x="0" y="5104536"/>
                </a:cubicBezTo>
                <a:lnTo>
                  <a:pt x="0" y="152399"/>
                </a:lnTo>
                <a:cubicBezTo>
                  <a:pt x="0" y="68287"/>
                  <a:pt x="68287" y="0"/>
                  <a:pt x="152399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238636">
                  <a:alpha val="20000"/>
                </a:srgbClr>
              </a:gs>
            </a:gsLst>
            <a:lin ang="2700000" scaled="1"/>
          </a:gra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351" y="311889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858549" y="32807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8" name="Text 6"/>
          <p:cNvSpPr/>
          <p:nvPr/>
        </p:nvSpPr>
        <p:spPr>
          <a:xfrm>
            <a:off x="1456215" y="3252165"/>
            <a:ext cx="12096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Objectif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351" y="3956933"/>
            <a:ext cx="5067300" cy="1238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Ce projet est la </a:t>
            </a:r>
            <a:r>
              <a:rPr lang="en-US" sz="15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réalisation finale du module </a:t>
            </a:r>
            <a:r>
              <a:rPr lang="fr-FR" altLang="en-US" sz="15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Cloud et </a:t>
            </a:r>
            <a:r>
              <a:rPr lang="en-US" sz="15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DevOps</a:t>
            </a:r>
            <a:r>
              <a:rPr lang="en-US" sz="15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 Il démontre l'automatisation complète du déploiement d'une </a:t>
            </a:r>
            <a:r>
              <a:rPr lang="en-US" sz="15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API REST Flask</a:t>
            </a:r>
            <a:r>
              <a:rPr lang="en-US" sz="15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sur une infrastructure cloud </a:t>
            </a:r>
            <a:r>
              <a:rPr lang="en-US" sz="15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Azure</a:t>
            </a:r>
            <a:r>
              <a:rPr lang="en-US" sz="15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 utilisant les meilleures pratiques DevOps.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14521" y="1527924"/>
            <a:ext cx="5590309" cy="923059"/>
          </a:xfrm>
          <a:custGeom>
            <a:avLst/>
            <a:gdLst/>
            <a:ahLst/>
            <a:cxnLst/>
            <a:rect l="l" t="t" r="r" b="b"/>
            <a:pathLst>
              <a:path w="5590309" h="923059">
                <a:moveTo>
                  <a:pt x="114302" y="0"/>
                </a:moveTo>
                <a:lnTo>
                  <a:pt x="5476007" y="0"/>
                </a:lnTo>
                <a:cubicBezTo>
                  <a:pt x="5539134" y="0"/>
                  <a:pt x="5590309" y="51175"/>
                  <a:pt x="5590309" y="114302"/>
                </a:cubicBezTo>
                <a:lnTo>
                  <a:pt x="5590309" y="808757"/>
                </a:lnTo>
                <a:cubicBezTo>
                  <a:pt x="5590309" y="871884"/>
                  <a:pt x="5539134" y="923059"/>
                  <a:pt x="5476007" y="923059"/>
                </a:cubicBezTo>
                <a:lnTo>
                  <a:pt x="114302" y="923059"/>
                </a:lnTo>
                <a:cubicBezTo>
                  <a:pt x="51175" y="923059"/>
                  <a:pt x="0" y="871884"/>
                  <a:pt x="0" y="808757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351" y="176077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6510824" y="183694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18869" y="1722754"/>
            <a:ext cx="2686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&amp; Technologies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18869" y="2027445"/>
            <a:ext cx="2667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Vue globale du système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4521" y="2611799"/>
            <a:ext cx="5590309" cy="923059"/>
          </a:xfrm>
          <a:custGeom>
            <a:avLst/>
            <a:gdLst/>
            <a:ahLst/>
            <a:cxnLst/>
            <a:rect l="l" t="t" r="r" b="b"/>
            <a:pathLst>
              <a:path w="5590309" h="923059">
                <a:moveTo>
                  <a:pt x="114302" y="0"/>
                </a:moveTo>
                <a:lnTo>
                  <a:pt x="5476007" y="0"/>
                </a:lnTo>
                <a:cubicBezTo>
                  <a:pt x="5539134" y="0"/>
                  <a:pt x="5590309" y="51175"/>
                  <a:pt x="5590309" y="114302"/>
                </a:cubicBezTo>
                <a:lnTo>
                  <a:pt x="5590309" y="808757"/>
                </a:lnTo>
                <a:cubicBezTo>
                  <a:pt x="5590309" y="871884"/>
                  <a:pt x="5539134" y="923059"/>
                  <a:pt x="5476007" y="923059"/>
                </a:cubicBezTo>
                <a:lnTo>
                  <a:pt x="114302" y="923059"/>
                </a:lnTo>
                <a:cubicBezTo>
                  <a:pt x="51175" y="923059"/>
                  <a:pt x="0" y="871884"/>
                  <a:pt x="0" y="808757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351" y="284464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6510824" y="2920820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18869" y="2806628"/>
            <a:ext cx="2305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18869" y="31113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Provisionnement avec Terraform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4521" y="3695673"/>
            <a:ext cx="5590309" cy="923059"/>
          </a:xfrm>
          <a:custGeom>
            <a:avLst/>
            <a:gdLst/>
            <a:ahLst/>
            <a:cxnLst/>
            <a:rect l="l" t="t" r="r" b="b"/>
            <a:pathLst>
              <a:path w="5590309" h="923059">
                <a:moveTo>
                  <a:pt x="114302" y="0"/>
                </a:moveTo>
                <a:lnTo>
                  <a:pt x="5476007" y="0"/>
                </a:lnTo>
                <a:cubicBezTo>
                  <a:pt x="5539134" y="0"/>
                  <a:pt x="5590309" y="51175"/>
                  <a:pt x="5590309" y="114302"/>
                </a:cubicBezTo>
                <a:lnTo>
                  <a:pt x="5590309" y="808757"/>
                </a:lnTo>
                <a:cubicBezTo>
                  <a:pt x="5590309" y="871884"/>
                  <a:pt x="5539134" y="923059"/>
                  <a:pt x="5476007" y="923059"/>
                </a:cubicBezTo>
                <a:lnTo>
                  <a:pt x="114302" y="923059"/>
                </a:lnTo>
                <a:cubicBezTo>
                  <a:pt x="51175" y="923059"/>
                  <a:pt x="0" y="871884"/>
                  <a:pt x="0" y="808757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351" y="39285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510824" y="4004695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18869" y="3890503"/>
            <a:ext cx="2543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Configuration Automatisée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18869" y="4195195"/>
            <a:ext cx="2524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Déploiement avec Ansible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4521" y="4779548"/>
            <a:ext cx="5590309" cy="923059"/>
          </a:xfrm>
          <a:custGeom>
            <a:avLst/>
            <a:gdLst/>
            <a:ahLst/>
            <a:cxnLst/>
            <a:rect l="l" t="t" r="r" b="b"/>
            <a:pathLst>
              <a:path w="5590309" h="923059">
                <a:moveTo>
                  <a:pt x="114302" y="0"/>
                </a:moveTo>
                <a:lnTo>
                  <a:pt x="5476007" y="0"/>
                </a:lnTo>
                <a:cubicBezTo>
                  <a:pt x="5539134" y="0"/>
                  <a:pt x="5590309" y="51175"/>
                  <a:pt x="5590309" y="114302"/>
                </a:cubicBezTo>
                <a:lnTo>
                  <a:pt x="5590309" y="808757"/>
                </a:lnTo>
                <a:cubicBezTo>
                  <a:pt x="5590309" y="871884"/>
                  <a:pt x="5539134" y="923059"/>
                  <a:pt x="5476007" y="923059"/>
                </a:cubicBezTo>
                <a:lnTo>
                  <a:pt x="114302" y="923059"/>
                </a:lnTo>
                <a:cubicBezTo>
                  <a:pt x="51175" y="923059"/>
                  <a:pt x="0" y="871884"/>
                  <a:pt x="0" y="808757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9351" y="501239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510824" y="5088569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8869" y="4974377"/>
            <a:ext cx="3152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Conteneurisation &amp; Orchestration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18869" y="5279069"/>
            <a:ext cx="3133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 &amp; Kubernetes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4521" y="5863422"/>
            <a:ext cx="5590309" cy="923059"/>
          </a:xfrm>
          <a:custGeom>
            <a:avLst/>
            <a:gdLst/>
            <a:ahLst/>
            <a:cxnLst/>
            <a:rect l="l" t="t" r="r" b="b"/>
            <a:pathLst>
              <a:path w="5590309" h="923059">
                <a:moveTo>
                  <a:pt x="114302" y="0"/>
                </a:moveTo>
                <a:lnTo>
                  <a:pt x="5476007" y="0"/>
                </a:lnTo>
                <a:cubicBezTo>
                  <a:pt x="5539134" y="0"/>
                  <a:pt x="5590309" y="51175"/>
                  <a:pt x="5590309" y="114302"/>
                </a:cubicBezTo>
                <a:lnTo>
                  <a:pt x="5590309" y="808757"/>
                </a:lnTo>
                <a:cubicBezTo>
                  <a:pt x="5590309" y="871884"/>
                  <a:pt x="5539134" y="923059"/>
                  <a:pt x="5476007" y="923059"/>
                </a:cubicBezTo>
                <a:lnTo>
                  <a:pt x="114302" y="923059"/>
                </a:lnTo>
                <a:cubicBezTo>
                  <a:pt x="51175" y="923059"/>
                  <a:pt x="0" y="871884"/>
                  <a:pt x="0" y="808757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9351" y="609627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6510824" y="6172444"/>
            <a:ext cx="3714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18869" y="6058252"/>
            <a:ext cx="1400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Pipeline CI/CD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018869" y="6362944"/>
            <a:ext cx="1381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 Actions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bklweyoo2xaq/architecture_bg.png"/>
          <p:cNvPicPr>
            <a:picLocks noChangeAspect="1"/>
          </p:cNvPicPr>
          <p:nvPr/>
        </p:nvPicPr>
        <p:blipFill>
          <a:blip r:embed="rId1">
            <a:alphaModFix amt="20000"/>
          </a:blip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>
                  <a:alpha val="90000"/>
                </a:srgbClr>
              </a:gs>
              <a:gs pos="50000">
                <a:srgbClr val="0D1117">
                  <a:alpha val="95000"/>
                </a:srgbClr>
              </a:gs>
              <a:gs pos="100000">
                <a:srgbClr val="0D1117"/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692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Architecture &amp; Technologies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7057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7" name="Shape 4"/>
          <p:cNvSpPr/>
          <p:nvPr/>
        </p:nvSpPr>
        <p:spPr>
          <a:xfrm>
            <a:off x="385330" y="1451752"/>
            <a:ext cx="11419609" cy="1685059"/>
          </a:xfrm>
          <a:custGeom>
            <a:avLst/>
            <a:gdLst/>
            <a:ahLst/>
            <a:cxnLst/>
            <a:rect l="l" t="t" r="r" b="b"/>
            <a:pathLst>
              <a:path w="11419609" h="1685059">
                <a:moveTo>
                  <a:pt x="114298" y="0"/>
                </a:moveTo>
                <a:lnTo>
                  <a:pt x="11305312" y="0"/>
                </a:lnTo>
                <a:cubicBezTo>
                  <a:pt x="11368436" y="0"/>
                  <a:pt x="11419609" y="51173"/>
                  <a:pt x="11419609" y="114298"/>
                </a:cubicBezTo>
                <a:lnTo>
                  <a:pt x="11419609" y="1570762"/>
                </a:lnTo>
                <a:cubicBezTo>
                  <a:pt x="11419609" y="1633886"/>
                  <a:pt x="11368436" y="1685059"/>
                  <a:pt x="11305312" y="1685059"/>
                </a:cubicBezTo>
                <a:lnTo>
                  <a:pt x="114298" y="1685059"/>
                </a:lnTo>
                <a:cubicBezTo>
                  <a:pt x="51173" y="1685059"/>
                  <a:pt x="0" y="1633886"/>
                  <a:pt x="0" y="157076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3009" y="1646581"/>
            <a:ext cx="111442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Flux de Déploiement Complet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83512" y="2112413"/>
            <a:ext cx="512618" cy="512618"/>
          </a:xfrm>
          <a:custGeom>
            <a:avLst/>
            <a:gdLst/>
            <a:ahLst/>
            <a:cxnLst/>
            <a:rect l="l" t="t" r="r" b="b"/>
            <a:pathLst>
              <a:path w="512618" h="512618">
                <a:moveTo>
                  <a:pt x="256309" y="0"/>
                </a:moveTo>
                <a:lnTo>
                  <a:pt x="256309" y="0"/>
                </a:lnTo>
                <a:cubicBezTo>
                  <a:pt x="397770" y="0"/>
                  <a:pt x="512618" y="114848"/>
                  <a:pt x="512618" y="256309"/>
                </a:cubicBezTo>
                <a:lnTo>
                  <a:pt x="512618" y="256309"/>
                </a:lnTo>
                <a:cubicBezTo>
                  <a:pt x="512618" y="397770"/>
                  <a:pt x="397770" y="512618"/>
                  <a:pt x="256309" y="512618"/>
                </a:cubicBezTo>
                <a:lnTo>
                  <a:pt x="256309" y="512618"/>
                </a:lnTo>
                <a:cubicBezTo>
                  <a:pt x="114848" y="512618"/>
                  <a:pt x="0" y="397770"/>
                  <a:pt x="0" y="256309"/>
                </a:cubicBezTo>
                <a:lnTo>
                  <a:pt x="0" y="256309"/>
                </a:lnTo>
                <a:cubicBezTo>
                  <a:pt x="0" y="114848"/>
                  <a:pt x="114848" y="0"/>
                  <a:pt x="25630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23091">
            <a:solidFill>
              <a:srgbClr val="58A6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4370" y="227517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11" name="Text 8"/>
          <p:cNvSpPr/>
          <p:nvPr/>
        </p:nvSpPr>
        <p:spPr>
          <a:xfrm>
            <a:off x="542059" y="2713273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Développeur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910141" y="24275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13" name="Shape 10"/>
          <p:cNvSpPr/>
          <p:nvPr/>
        </p:nvSpPr>
        <p:spPr>
          <a:xfrm>
            <a:off x="2516413" y="2112413"/>
            <a:ext cx="512618" cy="512618"/>
          </a:xfrm>
          <a:custGeom>
            <a:avLst/>
            <a:gdLst/>
            <a:ahLst/>
            <a:cxnLst/>
            <a:rect l="l" t="t" r="r" b="b"/>
            <a:pathLst>
              <a:path w="512618" h="512618">
                <a:moveTo>
                  <a:pt x="256309" y="0"/>
                </a:moveTo>
                <a:lnTo>
                  <a:pt x="256309" y="0"/>
                </a:lnTo>
                <a:cubicBezTo>
                  <a:pt x="397770" y="0"/>
                  <a:pt x="512618" y="114848"/>
                  <a:pt x="512618" y="256309"/>
                </a:cubicBezTo>
                <a:lnTo>
                  <a:pt x="512618" y="256309"/>
                </a:lnTo>
                <a:cubicBezTo>
                  <a:pt x="512618" y="397770"/>
                  <a:pt x="397770" y="512618"/>
                  <a:pt x="256309" y="512618"/>
                </a:cubicBezTo>
                <a:lnTo>
                  <a:pt x="256309" y="512618"/>
                </a:lnTo>
                <a:cubicBezTo>
                  <a:pt x="114848" y="512618"/>
                  <a:pt x="0" y="397770"/>
                  <a:pt x="0" y="256309"/>
                </a:cubicBezTo>
                <a:lnTo>
                  <a:pt x="0" y="256309"/>
                </a:lnTo>
                <a:cubicBezTo>
                  <a:pt x="0" y="114848"/>
                  <a:pt x="114848" y="0"/>
                  <a:pt x="256309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  <a:ln w="23091">
            <a:solidFill>
              <a:srgbClr val="2386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79177" y="22751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4703" y="147861"/>
                </a:moveTo>
                <a:cubicBezTo>
                  <a:pt x="64703" y="148605"/>
                  <a:pt x="63847" y="149200"/>
                  <a:pt x="62768" y="149200"/>
                </a:cubicBezTo>
                <a:cubicBezTo>
                  <a:pt x="61540" y="149312"/>
                  <a:pt x="60685" y="148717"/>
                  <a:pt x="60685" y="147861"/>
                </a:cubicBezTo>
                <a:cubicBezTo>
                  <a:pt x="60685" y="147117"/>
                  <a:pt x="61540" y="146521"/>
                  <a:pt x="62619" y="146521"/>
                </a:cubicBezTo>
                <a:cubicBezTo>
                  <a:pt x="63736" y="146410"/>
                  <a:pt x="64703" y="147005"/>
                  <a:pt x="64703" y="147861"/>
                </a:cubicBezTo>
                <a:close/>
                <a:moveTo>
                  <a:pt x="53132" y="146186"/>
                </a:moveTo>
                <a:cubicBezTo>
                  <a:pt x="52871" y="146931"/>
                  <a:pt x="53615" y="147786"/>
                  <a:pt x="54732" y="148010"/>
                </a:cubicBezTo>
                <a:cubicBezTo>
                  <a:pt x="55699" y="148382"/>
                  <a:pt x="56815" y="148010"/>
                  <a:pt x="57038" y="147265"/>
                </a:cubicBezTo>
                <a:cubicBezTo>
                  <a:pt x="57262" y="146521"/>
                  <a:pt x="56555" y="145666"/>
                  <a:pt x="55438" y="145331"/>
                </a:cubicBezTo>
                <a:cubicBezTo>
                  <a:pt x="54471" y="145070"/>
                  <a:pt x="53392" y="145442"/>
                  <a:pt x="53132" y="146186"/>
                </a:cubicBezTo>
                <a:close/>
                <a:moveTo>
                  <a:pt x="69577" y="145554"/>
                </a:moveTo>
                <a:cubicBezTo>
                  <a:pt x="68498" y="145814"/>
                  <a:pt x="67754" y="146521"/>
                  <a:pt x="67866" y="147377"/>
                </a:cubicBezTo>
                <a:cubicBezTo>
                  <a:pt x="67977" y="148121"/>
                  <a:pt x="68945" y="148605"/>
                  <a:pt x="70061" y="148344"/>
                </a:cubicBezTo>
                <a:cubicBezTo>
                  <a:pt x="71140" y="148084"/>
                  <a:pt x="71884" y="147377"/>
                  <a:pt x="71772" y="146633"/>
                </a:cubicBezTo>
                <a:cubicBezTo>
                  <a:pt x="71661" y="145926"/>
                  <a:pt x="70656" y="145442"/>
                  <a:pt x="69577" y="145554"/>
                </a:cubicBezTo>
                <a:close/>
                <a:moveTo>
                  <a:pt x="94059" y="2977"/>
                </a:moveTo>
                <a:cubicBezTo>
                  <a:pt x="42453" y="2977"/>
                  <a:pt x="2977" y="42156"/>
                  <a:pt x="2977" y="93762"/>
                </a:cubicBezTo>
                <a:cubicBezTo>
                  <a:pt x="2977" y="135024"/>
                  <a:pt x="28947" y="170334"/>
                  <a:pt x="66042" y="182761"/>
                </a:cubicBezTo>
                <a:cubicBezTo>
                  <a:pt x="70805" y="183617"/>
                  <a:pt x="72479" y="180677"/>
                  <a:pt x="72479" y="178259"/>
                </a:cubicBezTo>
                <a:cubicBezTo>
                  <a:pt x="72479" y="175952"/>
                  <a:pt x="72368" y="163227"/>
                  <a:pt x="72368" y="155414"/>
                </a:cubicBezTo>
                <a:cubicBezTo>
                  <a:pt x="72368" y="155414"/>
                  <a:pt x="46323" y="160995"/>
                  <a:pt x="40853" y="144326"/>
                </a:cubicBezTo>
                <a:cubicBezTo>
                  <a:pt x="40853" y="144326"/>
                  <a:pt x="36612" y="133499"/>
                  <a:pt x="30510" y="130708"/>
                </a:cubicBezTo>
                <a:cubicBezTo>
                  <a:pt x="30510" y="130708"/>
                  <a:pt x="21989" y="124867"/>
                  <a:pt x="31105" y="124978"/>
                </a:cubicBezTo>
                <a:cubicBezTo>
                  <a:pt x="31105" y="124978"/>
                  <a:pt x="40370" y="125723"/>
                  <a:pt x="45467" y="134578"/>
                </a:cubicBezTo>
                <a:cubicBezTo>
                  <a:pt x="53615" y="148940"/>
                  <a:pt x="67270" y="144810"/>
                  <a:pt x="72591" y="142354"/>
                </a:cubicBezTo>
                <a:cubicBezTo>
                  <a:pt x="73447" y="136401"/>
                  <a:pt x="75865" y="132271"/>
                  <a:pt x="78544" y="129815"/>
                </a:cubicBezTo>
                <a:cubicBezTo>
                  <a:pt x="57745" y="127508"/>
                  <a:pt x="36761" y="124495"/>
                  <a:pt x="36761" y="88702"/>
                </a:cubicBezTo>
                <a:cubicBezTo>
                  <a:pt x="36761" y="78470"/>
                  <a:pt x="39588" y="73335"/>
                  <a:pt x="45541" y="66787"/>
                </a:cubicBezTo>
                <a:cubicBezTo>
                  <a:pt x="44574" y="64368"/>
                  <a:pt x="41411" y="54397"/>
                  <a:pt x="46509" y="41523"/>
                </a:cubicBezTo>
                <a:cubicBezTo>
                  <a:pt x="54285" y="39105"/>
                  <a:pt x="72182" y="51569"/>
                  <a:pt x="72182" y="51569"/>
                </a:cubicBezTo>
                <a:cubicBezTo>
                  <a:pt x="79623" y="49485"/>
                  <a:pt x="87623" y="48406"/>
                  <a:pt x="95548" y="48406"/>
                </a:cubicBezTo>
                <a:cubicBezTo>
                  <a:pt x="103473" y="48406"/>
                  <a:pt x="111472" y="49485"/>
                  <a:pt x="118914" y="51569"/>
                </a:cubicBezTo>
                <a:cubicBezTo>
                  <a:pt x="118914" y="51569"/>
                  <a:pt x="136810" y="39067"/>
                  <a:pt x="144587" y="41523"/>
                </a:cubicBezTo>
                <a:cubicBezTo>
                  <a:pt x="149684" y="54434"/>
                  <a:pt x="146521" y="64368"/>
                  <a:pt x="145554" y="66787"/>
                </a:cubicBezTo>
                <a:cubicBezTo>
                  <a:pt x="151507" y="73372"/>
                  <a:pt x="155153" y="78507"/>
                  <a:pt x="155153" y="88702"/>
                </a:cubicBezTo>
                <a:cubicBezTo>
                  <a:pt x="155153" y="124606"/>
                  <a:pt x="133238" y="127471"/>
                  <a:pt x="112440" y="129815"/>
                </a:cubicBezTo>
                <a:cubicBezTo>
                  <a:pt x="115863" y="132755"/>
                  <a:pt x="118765" y="138336"/>
                  <a:pt x="118765" y="147079"/>
                </a:cubicBezTo>
                <a:cubicBezTo>
                  <a:pt x="118765" y="159618"/>
                  <a:pt x="118653" y="175133"/>
                  <a:pt x="118653" y="178184"/>
                </a:cubicBezTo>
                <a:cubicBezTo>
                  <a:pt x="118653" y="180603"/>
                  <a:pt x="120365" y="183542"/>
                  <a:pt x="125090" y="182687"/>
                </a:cubicBezTo>
                <a:cubicBezTo>
                  <a:pt x="162297" y="170334"/>
                  <a:pt x="187523" y="135024"/>
                  <a:pt x="187523" y="93762"/>
                </a:cubicBezTo>
                <a:cubicBezTo>
                  <a:pt x="187523" y="42156"/>
                  <a:pt x="145666" y="2977"/>
                  <a:pt x="94059" y="2977"/>
                </a:cubicBezTo>
                <a:close/>
                <a:moveTo>
                  <a:pt x="39142" y="131304"/>
                </a:moveTo>
                <a:cubicBezTo>
                  <a:pt x="38658" y="131676"/>
                  <a:pt x="38770" y="132531"/>
                  <a:pt x="39402" y="133238"/>
                </a:cubicBezTo>
                <a:cubicBezTo>
                  <a:pt x="39998" y="133834"/>
                  <a:pt x="40853" y="134094"/>
                  <a:pt x="41337" y="133610"/>
                </a:cubicBezTo>
                <a:cubicBezTo>
                  <a:pt x="41821" y="133238"/>
                  <a:pt x="41709" y="132383"/>
                  <a:pt x="41077" y="131676"/>
                </a:cubicBezTo>
                <a:cubicBezTo>
                  <a:pt x="40481" y="131080"/>
                  <a:pt x="39625" y="130820"/>
                  <a:pt x="39142" y="131304"/>
                </a:cubicBezTo>
                <a:close/>
                <a:moveTo>
                  <a:pt x="35123" y="128290"/>
                </a:moveTo>
                <a:cubicBezTo>
                  <a:pt x="34863" y="128774"/>
                  <a:pt x="35235" y="129369"/>
                  <a:pt x="35979" y="129741"/>
                </a:cubicBezTo>
                <a:cubicBezTo>
                  <a:pt x="36575" y="130113"/>
                  <a:pt x="37319" y="130001"/>
                  <a:pt x="37579" y="129480"/>
                </a:cubicBezTo>
                <a:cubicBezTo>
                  <a:pt x="37840" y="128997"/>
                  <a:pt x="37467" y="128401"/>
                  <a:pt x="36723" y="128029"/>
                </a:cubicBezTo>
                <a:cubicBezTo>
                  <a:pt x="35979" y="127806"/>
                  <a:pt x="35384" y="127918"/>
                  <a:pt x="35123" y="128290"/>
                </a:cubicBezTo>
                <a:close/>
                <a:moveTo>
                  <a:pt x="47179" y="141536"/>
                </a:moveTo>
                <a:cubicBezTo>
                  <a:pt x="46583" y="142019"/>
                  <a:pt x="46806" y="143135"/>
                  <a:pt x="47662" y="143842"/>
                </a:cubicBezTo>
                <a:cubicBezTo>
                  <a:pt x="48518" y="144698"/>
                  <a:pt x="49597" y="144810"/>
                  <a:pt x="50081" y="144214"/>
                </a:cubicBezTo>
                <a:cubicBezTo>
                  <a:pt x="50564" y="143731"/>
                  <a:pt x="50341" y="142615"/>
                  <a:pt x="49597" y="141908"/>
                </a:cubicBezTo>
                <a:cubicBezTo>
                  <a:pt x="48778" y="141052"/>
                  <a:pt x="47662" y="140940"/>
                  <a:pt x="47179" y="141536"/>
                </a:cubicBezTo>
                <a:close/>
                <a:moveTo>
                  <a:pt x="42937" y="136066"/>
                </a:moveTo>
                <a:cubicBezTo>
                  <a:pt x="42342" y="136438"/>
                  <a:pt x="42342" y="137406"/>
                  <a:pt x="42937" y="138261"/>
                </a:cubicBezTo>
                <a:cubicBezTo>
                  <a:pt x="43532" y="139117"/>
                  <a:pt x="44537" y="139489"/>
                  <a:pt x="45021" y="139117"/>
                </a:cubicBezTo>
                <a:cubicBezTo>
                  <a:pt x="45616" y="138633"/>
                  <a:pt x="45616" y="137666"/>
                  <a:pt x="45021" y="136810"/>
                </a:cubicBezTo>
                <a:cubicBezTo>
                  <a:pt x="44500" y="135954"/>
                  <a:pt x="43532" y="135582"/>
                  <a:pt x="42937" y="13606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5" name="Text 12"/>
          <p:cNvSpPr/>
          <p:nvPr/>
        </p:nvSpPr>
        <p:spPr>
          <a:xfrm>
            <a:off x="2482372" y="2713273"/>
            <a:ext cx="581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448212" y="24275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17" name="Shape 14"/>
          <p:cNvSpPr/>
          <p:nvPr/>
        </p:nvSpPr>
        <p:spPr>
          <a:xfrm>
            <a:off x="4054348" y="2112413"/>
            <a:ext cx="512618" cy="512618"/>
          </a:xfrm>
          <a:custGeom>
            <a:avLst/>
            <a:gdLst/>
            <a:ahLst/>
            <a:cxnLst/>
            <a:rect l="l" t="t" r="r" b="b"/>
            <a:pathLst>
              <a:path w="512618" h="512618">
                <a:moveTo>
                  <a:pt x="256309" y="0"/>
                </a:moveTo>
                <a:lnTo>
                  <a:pt x="256309" y="0"/>
                </a:lnTo>
                <a:cubicBezTo>
                  <a:pt x="397770" y="0"/>
                  <a:pt x="512618" y="114848"/>
                  <a:pt x="512618" y="256309"/>
                </a:cubicBezTo>
                <a:lnTo>
                  <a:pt x="512618" y="256309"/>
                </a:lnTo>
                <a:cubicBezTo>
                  <a:pt x="512618" y="397770"/>
                  <a:pt x="397770" y="512618"/>
                  <a:pt x="256309" y="512618"/>
                </a:cubicBezTo>
                <a:lnTo>
                  <a:pt x="256309" y="512618"/>
                </a:lnTo>
                <a:cubicBezTo>
                  <a:pt x="114848" y="512618"/>
                  <a:pt x="0" y="397770"/>
                  <a:pt x="0" y="256309"/>
                </a:cubicBezTo>
                <a:lnTo>
                  <a:pt x="0" y="256309"/>
                </a:lnTo>
                <a:cubicBezTo>
                  <a:pt x="0" y="114848"/>
                  <a:pt x="114848" y="0"/>
                  <a:pt x="256309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  <a:ln w="23091">
            <a:solidFill>
              <a:srgbClr val="F781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93300" y="227517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19" name="Text 16"/>
          <p:cNvSpPr/>
          <p:nvPr/>
        </p:nvSpPr>
        <p:spPr>
          <a:xfrm>
            <a:off x="4066850" y="2713273"/>
            <a:ext cx="495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CI/CD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986148" y="24275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21" name="Shape 18"/>
          <p:cNvSpPr/>
          <p:nvPr/>
        </p:nvSpPr>
        <p:spPr>
          <a:xfrm>
            <a:off x="5753289" y="2112413"/>
            <a:ext cx="512618" cy="512618"/>
          </a:xfrm>
          <a:custGeom>
            <a:avLst/>
            <a:gdLst/>
            <a:ahLst/>
            <a:cxnLst/>
            <a:rect l="l" t="t" r="r" b="b"/>
            <a:pathLst>
              <a:path w="512618" h="512618">
                <a:moveTo>
                  <a:pt x="256309" y="0"/>
                </a:moveTo>
                <a:lnTo>
                  <a:pt x="256309" y="0"/>
                </a:lnTo>
                <a:cubicBezTo>
                  <a:pt x="397770" y="0"/>
                  <a:pt x="512618" y="114848"/>
                  <a:pt x="512618" y="256309"/>
                </a:cubicBezTo>
                <a:lnTo>
                  <a:pt x="512618" y="256309"/>
                </a:lnTo>
                <a:cubicBezTo>
                  <a:pt x="512618" y="397770"/>
                  <a:pt x="397770" y="512618"/>
                  <a:pt x="256309" y="512618"/>
                </a:cubicBezTo>
                <a:lnTo>
                  <a:pt x="256309" y="512618"/>
                </a:lnTo>
                <a:cubicBezTo>
                  <a:pt x="114848" y="512618"/>
                  <a:pt x="0" y="397770"/>
                  <a:pt x="0" y="256309"/>
                </a:cubicBezTo>
                <a:lnTo>
                  <a:pt x="0" y="256309"/>
                </a:lnTo>
                <a:cubicBezTo>
                  <a:pt x="0" y="114848"/>
                  <a:pt x="114848" y="0"/>
                  <a:pt x="25630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23091">
            <a:solidFill>
              <a:srgbClr val="58A6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92240" y="2275176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23" name="Text 20"/>
          <p:cNvSpPr/>
          <p:nvPr/>
        </p:nvSpPr>
        <p:spPr>
          <a:xfrm>
            <a:off x="5545660" y="2713273"/>
            <a:ext cx="933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 Hub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845958" y="24275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25" name="Shape 22"/>
          <p:cNvSpPr/>
          <p:nvPr/>
        </p:nvSpPr>
        <p:spPr>
          <a:xfrm>
            <a:off x="7574946" y="2112413"/>
            <a:ext cx="512618" cy="512618"/>
          </a:xfrm>
          <a:custGeom>
            <a:avLst/>
            <a:gdLst/>
            <a:ahLst/>
            <a:cxnLst/>
            <a:rect l="l" t="t" r="r" b="b"/>
            <a:pathLst>
              <a:path w="512618" h="512618">
                <a:moveTo>
                  <a:pt x="256309" y="0"/>
                </a:moveTo>
                <a:lnTo>
                  <a:pt x="256309" y="0"/>
                </a:lnTo>
                <a:cubicBezTo>
                  <a:pt x="397770" y="0"/>
                  <a:pt x="512618" y="114848"/>
                  <a:pt x="512618" y="256309"/>
                </a:cubicBezTo>
                <a:lnTo>
                  <a:pt x="512618" y="256309"/>
                </a:lnTo>
                <a:cubicBezTo>
                  <a:pt x="512618" y="397770"/>
                  <a:pt x="397770" y="512618"/>
                  <a:pt x="256309" y="512618"/>
                </a:cubicBezTo>
                <a:lnTo>
                  <a:pt x="256309" y="512618"/>
                </a:lnTo>
                <a:cubicBezTo>
                  <a:pt x="114848" y="512618"/>
                  <a:pt x="0" y="397770"/>
                  <a:pt x="0" y="256309"/>
                </a:cubicBezTo>
                <a:lnTo>
                  <a:pt x="0" y="256309"/>
                </a:lnTo>
                <a:cubicBezTo>
                  <a:pt x="0" y="114848"/>
                  <a:pt x="114848" y="0"/>
                  <a:pt x="256309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  <a:ln w="23091">
            <a:solidFill>
              <a:srgbClr val="23863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725803" y="227517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7" name="Text 24"/>
          <p:cNvSpPr/>
          <p:nvPr/>
        </p:nvSpPr>
        <p:spPr>
          <a:xfrm>
            <a:off x="7405471" y="2713273"/>
            <a:ext cx="857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Azure VMs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629595" y="24275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29" name="Shape 26"/>
          <p:cNvSpPr/>
          <p:nvPr/>
        </p:nvSpPr>
        <p:spPr>
          <a:xfrm>
            <a:off x="9392407" y="2112413"/>
            <a:ext cx="512618" cy="512618"/>
          </a:xfrm>
          <a:custGeom>
            <a:avLst/>
            <a:gdLst/>
            <a:ahLst/>
            <a:cxnLst/>
            <a:rect l="l" t="t" r="r" b="b"/>
            <a:pathLst>
              <a:path w="512618" h="512618">
                <a:moveTo>
                  <a:pt x="256309" y="0"/>
                </a:moveTo>
                <a:lnTo>
                  <a:pt x="256309" y="0"/>
                </a:lnTo>
                <a:cubicBezTo>
                  <a:pt x="397770" y="0"/>
                  <a:pt x="512618" y="114848"/>
                  <a:pt x="512618" y="256309"/>
                </a:cubicBezTo>
                <a:lnTo>
                  <a:pt x="512618" y="256309"/>
                </a:lnTo>
                <a:cubicBezTo>
                  <a:pt x="512618" y="397770"/>
                  <a:pt x="397770" y="512618"/>
                  <a:pt x="256309" y="512618"/>
                </a:cubicBezTo>
                <a:lnTo>
                  <a:pt x="256309" y="512618"/>
                </a:lnTo>
                <a:cubicBezTo>
                  <a:pt x="114848" y="512618"/>
                  <a:pt x="0" y="397770"/>
                  <a:pt x="0" y="256309"/>
                </a:cubicBezTo>
                <a:lnTo>
                  <a:pt x="0" y="256309"/>
                </a:lnTo>
                <a:cubicBezTo>
                  <a:pt x="0" y="114848"/>
                  <a:pt x="114848" y="0"/>
                  <a:pt x="256309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  <a:ln w="23091">
            <a:solidFill>
              <a:srgbClr val="F781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555171" y="22751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685" y="76535"/>
                </a:moveTo>
                <a:lnTo>
                  <a:pt x="143768" y="60722"/>
                </a:lnTo>
                <a:cubicBezTo>
                  <a:pt x="148903" y="67903"/>
                  <a:pt x="152474" y="76312"/>
                  <a:pt x="153963" y="85353"/>
                </a:cubicBezTo>
                <a:lnTo>
                  <a:pt x="130001" y="86953"/>
                </a:lnTo>
                <a:cubicBezTo>
                  <a:pt x="129108" y="83195"/>
                  <a:pt x="127620" y="79697"/>
                  <a:pt x="125685" y="76535"/>
                </a:cubicBezTo>
                <a:close/>
                <a:moveTo>
                  <a:pt x="177812" y="83790"/>
                </a:moveTo>
                <a:cubicBezTo>
                  <a:pt x="175840" y="69354"/>
                  <a:pt x="170148" y="56071"/>
                  <a:pt x="161739" y="44983"/>
                </a:cubicBezTo>
                <a:lnTo>
                  <a:pt x="162037" y="44723"/>
                </a:lnTo>
                <a:cubicBezTo>
                  <a:pt x="167060" y="40332"/>
                  <a:pt x="167320" y="32593"/>
                  <a:pt x="162595" y="27905"/>
                </a:cubicBezTo>
                <a:cubicBezTo>
                  <a:pt x="157869" y="23217"/>
                  <a:pt x="150168" y="23440"/>
                  <a:pt x="145777" y="28463"/>
                </a:cubicBezTo>
                <a:lnTo>
                  <a:pt x="145517" y="28761"/>
                </a:lnTo>
                <a:cubicBezTo>
                  <a:pt x="134429" y="20352"/>
                  <a:pt x="121146" y="14660"/>
                  <a:pt x="106710" y="12688"/>
                </a:cubicBezTo>
                <a:lnTo>
                  <a:pt x="106747" y="12278"/>
                </a:lnTo>
                <a:cubicBezTo>
                  <a:pt x="107193" y="5618"/>
                  <a:pt x="101910" y="0"/>
                  <a:pt x="95250" y="0"/>
                </a:cubicBezTo>
                <a:cubicBezTo>
                  <a:pt x="88590" y="0"/>
                  <a:pt x="83307" y="5655"/>
                  <a:pt x="83753" y="12278"/>
                </a:cubicBezTo>
                <a:lnTo>
                  <a:pt x="83790" y="12688"/>
                </a:lnTo>
                <a:cubicBezTo>
                  <a:pt x="69354" y="14660"/>
                  <a:pt x="56071" y="20352"/>
                  <a:pt x="44983" y="28761"/>
                </a:cubicBezTo>
                <a:lnTo>
                  <a:pt x="44723" y="28463"/>
                </a:lnTo>
                <a:cubicBezTo>
                  <a:pt x="40332" y="23440"/>
                  <a:pt x="32593" y="23180"/>
                  <a:pt x="27905" y="27905"/>
                </a:cubicBezTo>
                <a:cubicBezTo>
                  <a:pt x="23217" y="32631"/>
                  <a:pt x="23440" y="40332"/>
                  <a:pt x="28463" y="44723"/>
                </a:cubicBezTo>
                <a:lnTo>
                  <a:pt x="28761" y="44983"/>
                </a:lnTo>
                <a:cubicBezTo>
                  <a:pt x="20352" y="56071"/>
                  <a:pt x="14660" y="69354"/>
                  <a:pt x="12688" y="83790"/>
                </a:cubicBezTo>
                <a:lnTo>
                  <a:pt x="12278" y="83753"/>
                </a:lnTo>
                <a:cubicBezTo>
                  <a:pt x="5618" y="83307"/>
                  <a:pt x="0" y="88590"/>
                  <a:pt x="0" y="95250"/>
                </a:cubicBezTo>
                <a:cubicBezTo>
                  <a:pt x="0" y="101910"/>
                  <a:pt x="5655" y="107193"/>
                  <a:pt x="12278" y="106747"/>
                </a:cubicBezTo>
                <a:lnTo>
                  <a:pt x="12688" y="106710"/>
                </a:lnTo>
                <a:cubicBezTo>
                  <a:pt x="14660" y="121146"/>
                  <a:pt x="20352" y="134429"/>
                  <a:pt x="28761" y="145517"/>
                </a:cubicBezTo>
                <a:lnTo>
                  <a:pt x="28463" y="145777"/>
                </a:lnTo>
                <a:cubicBezTo>
                  <a:pt x="23440" y="150168"/>
                  <a:pt x="23180" y="157907"/>
                  <a:pt x="27905" y="162595"/>
                </a:cubicBezTo>
                <a:cubicBezTo>
                  <a:pt x="32631" y="167283"/>
                  <a:pt x="40332" y="167060"/>
                  <a:pt x="44723" y="162037"/>
                </a:cubicBezTo>
                <a:lnTo>
                  <a:pt x="44983" y="161739"/>
                </a:lnTo>
                <a:cubicBezTo>
                  <a:pt x="56071" y="170148"/>
                  <a:pt x="69354" y="175840"/>
                  <a:pt x="83790" y="177812"/>
                </a:cubicBezTo>
                <a:lnTo>
                  <a:pt x="83753" y="178222"/>
                </a:lnTo>
                <a:cubicBezTo>
                  <a:pt x="83307" y="184882"/>
                  <a:pt x="88590" y="190500"/>
                  <a:pt x="95250" y="190500"/>
                </a:cubicBezTo>
                <a:cubicBezTo>
                  <a:pt x="101910" y="190500"/>
                  <a:pt x="107193" y="184845"/>
                  <a:pt x="106747" y="178222"/>
                </a:cubicBezTo>
                <a:lnTo>
                  <a:pt x="106710" y="177812"/>
                </a:lnTo>
                <a:cubicBezTo>
                  <a:pt x="121146" y="175840"/>
                  <a:pt x="134429" y="170148"/>
                  <a:pt x="145517" y="161739"/>
                </a:cubicBezTo>
                <a:lnTo>
                  <a:pt x="145777" y="162037"/>
                </a:lnTo>
                <a:cubicBezTo>
                  <a:pt x="150168" y="167060"/>
                  <a:pt x="157869" y="167320"/>
                  <a:pt x="162595" y="162595"/>
                </a:cubicBezTo>
                <a:cubicBezTo>
                  <a:pt x="167320" y="157869"/>
                  <a:pt x="167060" y="150168"/>
                  <a:pt x="162037" y="145777"/>
                </a:cubicBezTo>
                <a:lnTo>
                  <a:pt x="161739" y="145517"/>
                </a:lnTo>
                <a:cubicBezTo>
                  <a:pt x="170148" y="134429"/>
                  <a:pt x="175840" y="121146"/>
                  <a:pt x="177812" y="106710"/>
                </a:cubicBezTo>
                <a:lnTo>
                  <a:pt x="178222" y="106747"/>
                </a:lnTo>
                <a:cubicBezTo>
                  <a:pt x="184882" y="107193"/>
                  <a:pt x="190500" y="101910"/>
                  <a:pt x="190500" y="95250"/>
                </a:cubicBezTo>
                <a:cubicBezTo>
                  <a:pt x="190500" y="88590"/>
                  <a:pt x="184845" y="83307"/>
                  <a:pt x="178222" y="83753"/>
                </a:cubicBezTo>
                <a:lnTo>
                  <a:pt x="177812" y="83790"/>
                </a:lnTo>
                <a:close/>
                <a:moveTo>
                  <a:pt x="60722" y="46732"/>
                </a:moveTo>
                <a:cubicBezTo>
                  <a:pt x="67903" y="41597"/>
                  <a:pt x="76312" y="38026"/>
                  <a:pt x="85353" y="36500"/>
                </a:cubicBezTo>
                <a:lnTo>
                  <a:pt x="86953" y="60461"/>
                </a:lnTo>
                <a:cubicBezTo>
                  <a:pt x="83232" y="61354"/>
                  <a:pt x="79697" y="62843"/>
                  <a:pt x="76535" y="64777"/>
                </a:cubicBezTo>
                <a:lnTo>
                  <a:pt x="60722" y="46695"/>
                </a:lnTo>
                <a:close/>
                <a:moveTo>
                  <a:pt x="36537" y="85353"/>
                </a:moveTo>
                <a:cubicBezTo>
                  <a:pt x="38063" y="76274"/>
                  <a:pt x="41635" y="67903"/>
                  <a:pt x="46769" y="60722"/>
                </a:cubicBezTo>
                <a:lnTo>
                  <a:pt x="64852" y="76535"/>
                </a:lnTo>
                <a:cubicBezTo>
                  <a:pt x="62880" y="79697"/>
                  <a:pt x="61429" y="83232"/>
                  <a:pt x="60536" y="86953"/>
                </a:cubicBezTo>
                <a:lnTo>
                  <a:pt x="36575" y="85353"/>
                </a:lnTo>
                <a:close/>
                <a:moveTo>
                  <a:pt x="46769" y="129778"/>
                </a:moveTo>
                <a:cubicBezTo>
                  <a:pt x="41635" y="122597"/>
                  <a:pt x="38063" y="114188"/>
                  <a:pt x="36537" y="105147"/>
                </a:cubicBezTo>
                <a:lnTo>
                  <a:pt x="60499" y="103547"/>
                </a:lnTo>
                <a:cubicBezTo>
                  <a:pt x="61392" y="107305"/>
                  <a:pt x="62880" y="110803"/>
                  <a:pt x="64815" y="113965"/>
                </a:cubicBezTo>
                <a:lnTo>
                  <a:pt x="46732" y="129778"/>
                </a:lnTo>
                <a:close/>
                <a:moveTo>
                  <a:pt x="85390" y="153963"/>
                </a:moveTo>
                <a:cubicBezTo>
                  <a:pt x="76312" y="152437"/>
                  <a:pt x="67940" y="148865"/>
                  <a:pt x="60759" y="143768"/>
                </a:cubicBezTo>
                <a:lnTo>
                  <a:pt x="76572" y="125685"/>
                </a:lnTo>
                <a:cubicBezTo>
                  <a:pt x="79735" y="127657"/>
                  <a:pt x="83269" y="129108"/>
                  <a:pt x="86990" y="130001"/>
                </a:cubicBezTo>
                <a:lnTo>
                  <a:pt x="85390" y="153963"/>
                </a:lnTo>
                <a:close/>
                <a:moveTo>
                  <a:pt x="129815" y="143768"/>
                </a:moveTo>
                <a:cubicBezTo>
                  <a:pt x="122634" y="148903"/>
                  <a:pt x="114226" y="152474"/>
                  <a:pt x="105184" y="153963"/>
                </a:cubicBezTo>
                <a:lnTo>
                  <a:pt x="103584" y="130001"/>
                </a:lnTo>
                <a:cubicBezTo>
                  <a:pt x="107305" y="129108"/>
                  <a:pt x="110840" y="127620"/>
                  <a:pt x="114002" y="125685"/>
                </a:cubicBezTo>
                <a:lnTo>
                  <a:pt x="129815" y="143768"/>
                </a:lnTo>
                <a:close/>
                <a:moveTo>
                  <a:pt x="154000" y="105147"/>
                </a:moveTo>
                <a:cubicBezTo>
                  <a:pt x="152474" y="114226"/>
                  <a:pt x="148903" y="122597"/>
                  <a:pt x="143805" y="129778"/>
                </a:cubicBezTo>
                <a:lnTo>
                  <a:pt x="125723" y="113965"/>
                </a:lnTo>
                <a:cubicBezTo>
                  <a:pt x="127695" y="110765"/>
                  <a:pt x="129146" y="107268"/>
                  <a:pt x="130039" y="103547"/>
                </a:cubicBezTo>
                <a:lnTo>
                  <a:pt x="154000" y="105147"/>
                </a:lnTo>
                <a:close/>
                <a:moveTo>
                  <a:pt x="129815" y="46769"/>
                </a:moveTo>
                <a:lnTo>
                  <a:pt x="114002" y="64852"/>
                </a:lnTo>
                <a:cubicBezTo>
                  <a:pt x="110803" y="62880"/>
                  <a:pt x="107305" y="61429"/>
                  <a:pt x="103584" y="60536"/>
                </a:cubicBezTo>
                <a:lnTo>
                  <a:pt x="105184" y="36575"/>
                </a:lnTo>
                <a:cubicBezTo>
                  <a:pt x="114263" y="38100"/>
                  <a:pt x="122634" y="41672"/>
                  <a:pt x="129815" y="46806"/>
                </a:cubicBezTo>
                <a:close/>
                <a:moveTo>
                  <a:pt x="95250" y="83344"/>
                </a:move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ubicBezTo>
                  <a:pt x="83344" y="88679"/>
                  <a:pt x="88679" y="83344"/>
                  <a:pt x="95250" y="83344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31" name="Text 28"/>
          <p:cNvSpPr/>
          <p:nvPr/>
        </p:nvSpPr>
        <p:spPr>
          <a:xfrm>
            <a:off x="9188973" y="2713273"/>
            <a:ext cx="923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K3s Cluster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0480882" y="24275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33" name="Shape 30"/>
          <p:cNvSpPr/>
          <p:nvPr/>
        </p:nvSpPr>
        <p:spPr>
          <a:xfrm>
            <a:off x="11087154" y="2112413"/>
            <a:ext cx="512618" cy="512618"/>
          </a:xfrm>
          <a:custGeom>
            <a:avLst/>
            <a:gdLst/>
            <a:ahLst/>
            <a:cxnLst/>
            <a:rect l="l" t="t" r="r" b="b"/>
            <a:pathLst>
              <a:path w="512618" h="512618">
                <a:moveTo>
                  <a:pt x="256309" y="0"/>
                </a:moveTo>
                <a:lnTo>
                  <a:pt x="256309" y="0"/>
                </a:lnTo>
                <a:cubicBezTo>
                  <a:pt x="397770" y="0"/>
                  <a:pt x="512618" y="114848"/>
                  <a:pt x="512618" y="256309"/>
                </a:cubicBezTo>
                <a:lnTo>
                  <a:pt x="512618" y="256309"/>
                </a:lnTo>
                <a:cubicBezTo>
                  <a:pt x="512618" y="397770"/>
                  <a:pt x="397770" y="512618"/>
                  <a:pt x="256309" y="512618"/>
                </a:cubicBezTo>
                <a:lnTo>
                  <a:pt x="256309" y="512618"/>
                </a:lnTo>
                <a:cubicBezTo>
                  <a:pt x="114848" y="512618"/>
                  <a:pt x="0" y="397770"/>
                  <a:pt x="0" y="256309"/>
                </a:cubicBezTo>
                <a:lnTo>
                  <a:pt x="0" y="256309"/>
                </a:lnTo>
                <a:cubicBezTo>
                  <a:pt x="0" y="114848"/>
                  <a:pt x="114848" y="0"/>
                  <a:pt x="256309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  <a:ln w="23091">
            <a:solidFill>
              <a:srgbClr val="58A6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249918" y="227517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35" name="Text 32"/>
          <p:cNvSpPr/>
          <p:nvPr/>
        </p:nvSpPr>
        <p:spPr>
          <a:xfrm>
            <a:off x="11158915" y="2713273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385330" y="3297626"/>
            <a:ext cx="3704359" cy="3170959"/>
          </a:xfrm>
          <a:custGeom>
            <a:avLst/>
            <a:gdLst/>
            <a:ahLst/>
            <a:cxnLst/>
            <a:rect l="l" t="t" r="r" b="b"/>
            <a:pathLst>
              <a:path w="3704359" h="3170959">
                <a:moveTo>
                  <a:pt x="114313" y="0"/>
                </a:moveTo>
                <a:lnTo>
                  <a:pt x="3590046" y="0"/>
                </a:lnTo>
                <a:cubicBezTo>
                  <a:pt x="3653179" y="0"/>
                  <a:pt x="3704359" y="51180"/>
                  <a:pt x="3704359" y="114313"/>
                </a:cubicBezTo>
                <a:lnTo>
                  <a:pt x="3704359" y="3056646"/>
                </a:lnTo>
                <a:cubicBezTo>
                  <a:pt x="3704359" y="3119779"/>
                  <a:pt x="3653179" y="3170959"/>
                  <a:pt x="3590046" y="3170959"/>
                </a:cubicBezTo>
                <a:lnTo>
                  <a:pt x="114313" y="3170959"/>
                </a:lnTo>
                <a:cubicBezTo>
                  <a:pt x="51180" y="3170959"/>
                  <a:pt x="0" y="3119779"/>
                  <a:pt x="0" y="3056646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1545">
            <a:solidFill>
              <a:srgbClr val="58A6FF">
                <a:alpha val="2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80159" y="34924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38" name="Shape 35"/>
          <p:cNvSpPr/>
          <p:nvPr/>
        </p:nvSpPr>
        <p:spPr>
          <a:xfrm>
            <a:off x="708665" y="36066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39" name="Text 36"/>
          <p:cNvSpPr/>
          <p:nvPr/>
        </p:nvSpPr>
        <p:spPr>
          <a:xfrm>
            <a:off x="1151524" y="3587705"/>
            <a:ext cx="11334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07543" y="41494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41" name="Text 38"/>
          <p:cNvSpPr/>
          <p:nvPr/>
        </p:nvSpPr>
        <p:spPr>
          <a:xfrm>
            <a:off x="751609" y="4101974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3.9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07543" y="445415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43" name="Text 40"/>
          <p:cNvSpPr/>
          <p:nvPr/>
        </p:nvSpPr>
        <p:spPr>
          <a:xfrm>
            <a:off x="751609" y="4406666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Flask Framework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07543" y="475884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45" name="Text 42"/>
          <p:cNvSpPr/>
          <p:nvPr/>
        </p:nvSpPr>
        <p:spPr>
          <a:xfrm>
            <a:off x="751609" y="4711358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API REST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07543" y="506354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47" name="Text 44"/>
          <p:cNvSpPr/>
          <p:nvPr/>
        </p:nvSpPr>
        <p:spPr>
          <a:xfrm>
            <a:off x="751609" y="501605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Gunicorn WSGI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4246066" y="3297626"/>
            <a:ext cx="3704359" cy="3170959"/>
          </a:xfrm>
          <a:custGeom>
            <a:avLst/>
            <a:gdLst/>
            <a:ahLst/>
            <a:cxnLst/>
            <a:rect l="l" t="t" r="r" b="b"/>
            <a:pathLst>
              <a:path w="3704359" h="3170959">
                <a:moveTo>
                  <a:pt x="114313" y="0"/>
                </a:moveTo>
                <a:lnTo>
                  <a:pt x="3590046" y="0"/>
                </a:lnTo>
                <a:cubicBezTo>
                  <a:pt x="3653179" y="0"/>
                  <a:pt x="3704359" y="51180"/>
                  <a:pt x="3704359" y="114313"/>
                </a:cubicBezTo>
                <a:lnTo>
                  <a:pt x="3704359" y="3056646"/>
                </a:lnTo>
                <a:cubicBezTo>
                  <a:pt x="3704359" y="3119779"/>
                  <a:pt x="3653179" y="3170959"/>
                  <a:pt x="3590046" y="3170959"/>
                </a:cubicBezTo>
                <a:lnTo>
                  <a:pt x="114313" y="3170959"/>
                </a:lnTo>
                <a:cubicBezTo>
                  <a:pt x="51180" y="3170959"/>
                  <a:pt x="0" y="3119779"/>
                  <a:pt x="0" y="3056646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440896" y="34924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50" name="Shape 47"/>
          <p:cNvSpPr/>
          <p:nvPr/>
        </p:nvSpPr>
        <p:spPr>
          <a:xfrm>
            <a:off x="4569402" y="36066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1" name="Text 48"/>
          <p:cNvSpPr/>
          <p:nvPr/>
        </p:nvSpPr>
        <p:spPr>
          <a:xfrm>
            <a:off x="5012260" y="3587705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4468280" y="41494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3" name="Text 50"/>
          <p:cNvSpPr/>
          <p:nvPr/>
        </p:nvSpPr>
        <p:spPr>
          <a:xfrm>
            <a:off x="4612346" y="4101974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Microsoft Azure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4468280" y="445415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5" name="Text 52"/>
          <p:cNvSpPr/>
          <p:nvPr/>
        </p:nvSpPr>
        <p:spPr>
          <a:xfrm>
            <a:off x="4612346" y="4406666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 VMs Ubuntu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4468280" y="475884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7" name="Text 54"/>
          <p:cNvSpPr/>
          <p:nvPr/>
        </p:nvSpPr>
        <p:spPr>
          <a:xfrm>
            <a:off x="4612346" y="4711358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Terraform IaC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4468280" y="506354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9" name="Text 56"/>
          <p:cNvSpPr/>
          <p:nvPr/>
        </p:nvSpPr>
        <p:spPr>
          <a:xfrm>
            <a:off x="4612346" y="501605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Ansible Config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106803" y="3297626"/>
            <a:ext cx="3704359" cy="3170959"/>
          </a:xfrm>
          <a:custGeom>
            <a:avLst/>
            <a:gdLst/>
            <a:ahLst/>
            <a:cxnLst/>
            <a:rect l="l" t="t" r="r" b="b"/>
            <a:pathLst>
              <a:path w="3704359" h="3170959">
                <a:moveTo>
                  <a:pt x="114313" y="0"/>
                </a:moveTo>
                <a:lnTo>
                  <a:pt x="3590046" y="0"/>
                </a:lnTo>
                <a:cubicBezTo>
                  <a:pt x="3653179" y="0"/>
                  <a:pt x="3704359" y="51180"/>
                  <a:pt x="3704359" y="114313"/>
                </a:cubicBezTo>
                <a:lnTo>
                  <a:pt x="3704359" y="3056646"/>
                </a:lnTo>
                <a:cubicBezTo>
                  <a:pt x="3704359" y="3119779"/>
                  <a:pt x="3653179" y="3170959"/>
                  <a:pt x="3590046" y="3170959"/>
                </a:cubicBezTo>
                <a:lnTo>
                  <a:pt x="114313" y="3170959"/>
                </a:lnTo>
                <a:cubicBezTo>
                  <a:pt x="51180" y="3170959"/>
                  <a:pt x="0" y="3119779"/>
                  <a:pt x="0" y="3056646"/>
                </a:cubicBezTo>
                <a:lnTo>
                  <a:pt x="0" y="114313"/>
                </a:lnTo>
                <a:cubicBezTo>
                  <a:pt x="0" y="51222"/>
                  <a:pt x="51222" y="0"/>
                  <a:pt x="114313" y="0"/>
                </a:cubicBezTo>
                <a:close/>
              </a:path>
            </a:pathLst>
          </a:custGeom>
          <a:solidFill>
            <a:srgbClr val="161B22">
              <a:alpha val="80000"/>
            </a:srgbClr>
          </a:solidFill>
          <a:ln w="11545">
            <a:solidFill>
              <a:srgbClr val="F78166">
                <a:alpha val="2000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301632" y="34924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62" name="Shape 59"/>
          <p:cNvSpPr/>
          <p:nvPr/>
        </p:nvSpPr>
        <p:spPr>
          <a:xfrm>
            <a:off x="8415851" y="360664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6802" y="-580"/>
                </a:moveTo>
                <a:cubicBezTo>
                  <a:pt x="119077" y="-5045"/>
                  <a:pt x="109523" y="-5045"/>
                  <a:pt x="101798" y="-580"/>
                </a:cubicBezTo>
                <a:lnTo>
                  <a:pt x="64204" y="21119"/>
                </a:lnTo>
                <a:cubicBezTo>
                  <a:pt x="56480" y="25584"/>
                  <a:pt x="51703" y="33844"/>
                  <a:pt x="51703" y="42773"/>
                </a:cubicBezTo>
                <a:lnTo>
                  <a:pt x="51703" y="88270"/>
                </a:lnTo>
                <a:lnTo>
                  <a:pt x="12278" y="111041"/>
                </a:lnTo>
                <a:cubicBezTo>
                  <a:pt x="4554" y="115506"/>
                  <a:pt x="-223" y="123765"/>
                  <a:pt x="-223" y="132695"/>
                </a:cubicBezTo>
                <a:lnTo>
                  <a:pt x="-223" y="176138"/>
                </a:lnTo>
                <a:cubicBezTo>
                  <a:pt x="-223" y="185068"/>
                  <a:pt x="4554" y="193328"/>
                  <a:pt x="12278" y="197793"/>
                </a:cubicBezTo>
                <a:lnTo>
                  <a:pt x="49917" y="219492"/>
                </a:lnTo>
                <a:cubicBezTo>
                  <a:pt x="57641" y="223957"/>
                  <a:pt x="67196" y="223957"/>
                  <a:pt x="74920" y="219492"/>
                </a:cubicBezTo>
                <a:lnTo>
                  <a:pt x="114345" y="196721"/>
                </a:lnTo>
                <a:lnTo>
                  <a:pt x="153769" y="219492"/>
                </a:lnTo>
                <a:cubicBezTo>
                  <a:pt x="161493" y="223957"/>
                  <a:pt x="171048" y="223957"/>
                  <a:pt x="178772" y="219492"/>
                </a:cubicBezTo>
                <a:lnTo>
                  <a:pt x="216322" y="197793"/>
                </a:lnTo>
                <a:cubicBezTo>
                  <a:pt x="224046" y="193328"/>
                  <a:pt x="228823" y="185068"/>
                  <a:pt x="228823" y="176138"/>
                </a:cubicBezTo>
                <a:lnTo>
                  <a:pt x="228823" y="132695"/>
                </a:lnTo>
                <a:cubicBezTo>
                  <a:pt x="228823" y="123765"/>
                  <a:pt x="224046" y="115506"/>
                  <a:pt x="216322" y="111041"/>
                </a:cubicBezTo>
                <a:lnTo>
                  <a:pt x="176897" y="88270"/>
                </a:lnTo>
                <a:lnTo>
                  <a:pt x="176897" y="42773"/>
                </a:lnTo>
                <a:cubicBezTo>
                  <a:pt x="176897" y="33844"/>
                  <a:pt x="172120" y="25584"/>
                  <a:pt x="164396" y="21119"/>
                </a:cubicBezTo>
                <a:lnTo>
                  <a:pt x="126802" y="-580"/>
                </a:lnTo>
                <a:close/>
                <a:moveTo>
                  <a:pt x="103584" y="130641"/>
                </a:moveTo>
                <a:lnTo>
                  <a:pt x="103584" y="178192"/>
                </a:lnTo>
                <a:lnTo>
                  <a:pt x="64160" y="200963"/>
                </a:lnTo>
                <a:cubicBezTo>
                  <a:pt x="63624" y="201275"/>
                  <a:pt x="62999" y="201454"/>
                  <a:pt x="62374" y="201454"/>
                </a:cubicBezTo>
                <a:lnTo>
                  <a:pt x="62374" y="154439"/>
                </a:lnTo>
                <a:lnTo>
                  <a:pt x="103584" y="130641"/>
                </a:lnTo>
                <a:close/>
                <a:moveTo>
                  <a:pt x="206901" y="130909"/>
                </a:moveTo>
                <a:cubicBezTo>
                  <a:pt x="207213" y="131445"/>
                  <a:pt x="207392" y="132070"/>
                  <a:pt x="207392" y="132695"/>
                </a:cubicBezTo>
                <a:lnTo>
                  <a:pt x="207392" y="176138"/>
                </a:lnTo>
                <a:cubicBezTo>
                  <a:pt x="207392" y="177433"/>
                  <a:pt x="206722" y="178594"/>
                  <a:pt x="205606" y="179219"/>
                </a:cubicBezTo>
                <a:lnTo>
                  <a:pt x="167967" y="200918"/>
                </a:lnTo>
                <a:cubicBezTo>
                  <a:pt x="167432" y="201231"/>
                  <a:pt x="166807" y="201409"/>
                  <a:pt x="166181" y="201409"/>
                </a:cubicBezTo>
                <a:lnTo>
                  <a:pt x="166181" y="154394"/>
                </a:lnTo>
                <a:lnTo>
                  <a:pt x="206901" y="130909"/>
                </a:lnTo>
                <a:close/>
                <a:moveTo>
                  <a:pt x="155511" y="42773"/>
                </a:moveTo>
                <a:lnTo>
                  <a:pt x="155511" y="88270"/>
                </a:lnTo>
                <a:lnTo>
                  <a:pt x="114300" y="112068"/>
                </a:lnTo>
                <a:lnTo>
                  <a:pt x="114300" y="64517"/>
                </a:lnTo>
                <a:lnTo>
                  <a:pt x="155019" y="41032"/>
                </a:lnTo>
                <a:cubicBezTo>
                  <a:pt x="155332" y="41568"/>
                  <a:pt x="155511" y="42193"/>
                  <a:pt x="155511" y="42818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63" name="Text 60"/>
          <p:cNvSpPr/>
          <p:nvPr/>
        </p:nvSpPr>
        <p:spPr>
          <a:xfrm>
            <a:off x="8872997" y="3587705"/>
            <a:ext cx="1152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Conteneurs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8329017" y="414946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65" name="Text 62"/>
          <p:cNvSpPr/>
          <p:nvPr/>
        </p:nvSpPr>
        <p:spPr>
          <a:xfrm>
            <a:off x="8473082" y="4101974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8329017" y="445415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67" name="Text 64"/>
          <p:cNvSpPr/>
          <p:nvPr/>
        </p:nvSpPr>
        <p:spPr>
          <a:xfrm>
            <a:off x="8473082" y="4406666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Kubernetes (K3s)</a:t>
            </a:r>
            <a:endParaRPr lang="en-US" sz="1600" dirty="0"/>
          </a:p>
        </p:txBody>
      </p:sp>
      <p:sp>
        <p:nvSpPr>
          <p:cNvPr id="68" name="Shape 65"/>
          <p:cNvSpPr/>
          <p:nvPr/>
        </p:nvSpPr>
        <p:spPr>
          <a:xfrm>
            <a:off x="8329017" y="4758847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69" name="Text 66"/>
          <p:cNvSpPr/>
          <p:nvPr/>
        </p:nvSpPr>
        <p:spPr>
          <a:xfrm>
            <a:off x="8473082" y="4711358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NodePort 30080</a:t>
            </a:r>
            <a:endParaRPr lang="en-US" sz="1600" dirty="0"/>
          </a:p>
        </p:txBody>
      </p:sp>
      <p:sp>
        <p:nvSpPr>
          <p:cNvPr id="70" name="Shape 67"/>
          <p:cNvSpPr/>
          <p:nvPr/>
        </p:nvSpPr>
        <p:spPr>
          <a:xfrm>
            <a:off x="8329017" y="506354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71" name="Text 68"/>
          <p:cNvSpPr/>
          <p:nvPr/>
        </p:nvSpPr>
        <p:spPr>
          <a:xfrm>
            <a:off x="8473082" y="501605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 Actions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693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05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5" name="Shape 3"/>
          <p:cNvSpPr/>
          <p:nvPr/>
        </p:nvSpPr>
        <p:spPr>
          <a:xfrm>
            <a:off x="385330" y="1451750"/>
            <a:ext cx="6771409" cy="1570759"/>
          </a:xfrm>
          <a:custGeom>
            <a:avLst/>
            <a:gdLst/>
            <a:ahLst/>
            <a:cxnLst/>
            <a:rect l="l" t="t" r="r" b="b"/>
            <a:pathLst>
              <a:path w="6771409" h="1570759">
                <a:moveTo>
                  <a:pt x="114304" y="0"/>
                </a:moveTo>
                <a:lnTo>
                  <a:pt x="6657105" y="0"/>
                </a:lnTo>
                <a:cubicBezTo>
                  <a:pt x="6720233" y="0"/>
                  <a:pt x="6771409" y="51176"/>
                  <a:pt x="6771409" y="114304"/>
                </a:cubicBezTo>
                <a:lnTo>
                  <a:pt x="6771409" y="1456455"/>
                </a:lnTo>
                <a:cubicBezTo>
                  <a:pt x="6771409" y="1519583"/>
                  <a:pt x="6720233" y="1570759"/>
                  <a:pt x="6657105" y="1570759"/>
                </a:cubicBezTo>
                <a:lnTo>
                  <a:pt x="114304" y="1570759"/>
                </a:lnTo>
                <a:cubicBezTo>
                  <a:pt x="51176" y="1570759"/>
                  <a:pt x="0" y="1519583"/>
                  <a:pt x="0" y="1456455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58A6FF">
                  <a:alpha val="5000"/>
                </a:srgbClr>
              </a:gs>
            </a:gsLst>
            <a:lin ang="2700000" scaled="1"/>
          </a:gra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159" y="16465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8A6FF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88479" y="177037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0" y="187523"/>
                </a:moveTo>
                <a:cubicBezTo>
                  <a:pt x="0" y="231893"/>
                  <a:pt x="35998" y="267891"/>
                  <a:pt x="80367" y="267891"/>
                </a:cubicBezTo>
                <a:lnTo>
                  <a:pt x="250031" y="267891"/>
                </a:lnTo>
                <a:cubicBezTo>
                  <a:pt x="289489" y="267891"/>
                  <a:pt x="321469" y="235911"/>
                  <a:pt x="321469" y="196453"/>
                </a:cubicBezTo>
                <a:cubicBezTo>
                  <a:pt x="321469" y="167655"/>
                  <a:pt x="304447" y="142819"/>
                  <a:pt x="279890" y="131545"/>
                </a:cubicBezTo>
                <a:cubicBezTo>
                  <a:pt x="283629" y="124234"/>
                  <a:pt x="285750" y="115919"/>
                  <a:pt x="285750" y="107156"/>
                </a:cubicBezTo>
                <a:cubicBezTo>
                  <a:pt x="285750" y="77577"/>
                  <a:pt x="261751" y="53578"/>
                  <a:pt x="232172" y="53578"/>
                </a:cubicBezTo>
                <a:cubicBezTo>
                  <a:pt x="222293" y="53578"/>
                  <a:pt x="213085" y="56257"/>
                  <a:pt x="205160" y="60889"/>
                </a:cubicBezTo>
                <a:cubicBezTo>
                  <a:pt x="191709" y="35328"/>
                  <a:pt x="164864" y="17859"/>
                  <a:pt x="133945" y="17859"/>
                </a:cubicBezTo>
                <a:cubicBezTo>
                  <a:pt x="89576" y="17859"/>
                  <a:pt x="53578" y="53857"/>
                  <a:pt x="53578" y="98227"/>
                </a:cubicBezTo>
                <a:cubicBezTo>
                  <a:pt x="53578" y="102691"/>
                  <a:pt x="53969" y="107100"/>
                  <a:pt x="54639" y="111342"/>
                </a:cubicBezTo>
                <a:cubicBezTo>
                  <a:pt x="22882" y="122058"/>
                  <a:pt x="0" y="152140"/>
                  <a:pt x="0" y="187523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8" name="Text 6"/>
          <p:cNvSpPr/>
          <p:nvPr/>
        </p:nvSpPr>
        <p:spPr>
          <a:xfrm>
            <a:off x="1265851" y="1646581"/>
            <a:ext cx="327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Provisionnement Automatisé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5851" y="1951406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Azure en 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0159" y="2332272"/>
            <a:ext cx="6457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Terraform permet de </a:t>
            </a:r>
            <a:r>
              <a:rPr lang="en-US" sz="12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définir et provisionner l'infrastructure</a:t>
            </a: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de manière déclarative et reproductible. Toute l'infrastructure est versionnée et peut être recréée en quelques minutes.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330" y="3183029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724" y="337772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13" name="Text 11"/>
          <p:cNvSpPr/>
          <p:nvPr/>
        </p:nvSpPr>
        <p:spPr>
          <a:xfrm>
            <a:off x="894322" y="3339703"/>
            <a:ext cx="1228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 VMs Ubuntu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005" y="3720433"/>
            <a:ext cx="3067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Master &amp; Worker nodes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005" y="4025124"/>
            <a:ext cx="1000125" cy="266700"/>
          </a:xfrm>
          <a:custGeom>
            <a:avLst/>
            <a:gdLst/>
            <a:ahLst/>
            <a:cxnLst/>
            <a:rect l="l" t="t" r="r" b="b"/>
            <a:pathLst>
              <a:path w="1000125" h="266700">
                <a:moveTo>
                  <a:pt x="38101" y="0"/>
                </a:moveTo>
                <a:lnTo>
                  <a:pt x="962024" y="0"/>
                </a:lnTo>
                <a:cubicBezTo>
                  <a:pt x="983067" y="0"/>
                  <a:pt x="1000125" y="17058"/>
                  <a:pt x="1000125" y="38101"/>
                </a:cubicBezTo>
                <a:lnTo>
                  <a:pt x="1000125" y="228599"/>
                </a:lnTo>
                <a:cubicBezTo>
                  <a:pt x="1000125" y="249642"/>
                  <a:pt x="983067" y="266700"/>
                  <a:pt x="9620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542005" y="4025124"/>
            <a:ext cx="106680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Standard_B2s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2348" y="3183029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0930" y="337772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19" name="Text 17"/>
          <p:cNvSpPr/>
          <p:nvPr/>
        </p:nvSpPr>
        <p:spPr>
          <a:xfrm>
            <a:off x="4361340" y="3339703"/>
            <a:ext cx="695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Réseau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09024" y="3720433"/>
            <a:ext cx="3067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VNet + Subnet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9024" y="4025124"/>
            <a:ext cx="819150" cy="266700"/>
          </a:xfrm>
          <a:custGeom>
            <a:avLst/>
            <a:gdLst/>
            <a:ahLst/>
            <a:cxnLst/>
            <a:rect l="l" t="t" r="r" b="b"/>
            <a:pathLst>
              <a:path w="819150" h="266700">
                <a:moveTo>
                  <a:pt x="38101" y="0"/>
                </a:moveTo>
                <a:lnTo>
                  <a:pt x="781049" y="0"/>
                </a:lnTo>
                <a:cubicBezTo>
                  <a:pt x="802092" y="0"/>
                  <a:pt x="819150" y="17058"/>
                  <a:pt x="819150" y="38101"/>
                </a:cubicBezTo>
                <a:lnTo>
                  <a:pt x="819150" y="228599"/>
                </a:lnTo>
                <a:cubicBezTo>
                  <a:pt x="819150" y="249628"/>
                  <a:pt x="802078" y="266700"/>
                  <a:pt x="7810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4009024" y="4025124"/>
            <a:ext cx="885825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10.0.0.0/16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330" y="4908351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5817" y="510304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25" name="Text 23"/>
          <p:cNvSpPr/>
          <p:nvPr/>
        </p:nvSpPr>
        <p:spPr>
          <a:xfrm>
            <a:off x="894322" y="5065028"/>
            <a:ext cx="762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2005" y="5445756"/>
            <a:ext cx="3067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Clé SSH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2005" y="5750449"/>
            <a:ext cx="1019175" cy="266700"/>
          </a:xfrm>
          <a:custGeom>
            <a:avLst/>
            <a:gdLst/>
            <a:ahLst/>
            <a:cxnLst/>
            <a:rect l="l" t="t" r="r" b="b"/>
            <a:pathLst>
              <a:path w="1019175" h="266700">
                <a:moveTo>
                  <a:pt x="38101" y="0"/>
                </a:moveTo>
                <a:lnTo>
                  <a:pt x="981074" y="0"/>
                </a:lnTo>
                <a:cubicBezTo>
                  <a:pt x="1002117" y="0"/>
                  <a:pt x="1019175" y="17058"/>
                  <a:pt x="1019175" y="38101"/>
                </a:cubicBezTo>
                <a:lnTo>
                  <a:pt x="1019175" y="228599"/>
                </a:lnTo>
                <a:cubicBezTo>
                  <a:pt x="1019175" y="249642"/>
                  <a:pt x="1002117" y="266700"/>
                  <a:pt x="9810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542005" y="5750449"/>
            <a:ext cx="10858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id_rsa_devops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2348" y="4908351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56649" y="510304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31" name="Text 29"/>
          <p:cNvSpPr/>
          <p:nvPr/>
        </p:nvSpPr>
        <p:spPr>
          <a:xfrm>
            <a:off x="4361340" y="5065028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Inventory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09024" y="5445756"/>
            <a:ext cx="3067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Génération auto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9024" y="5750449"/>
            <a:ext cx="866775" cy="266700"/>
          </a:xfrm>
          <a:custGeom>
            <a:avLst/>
            <a:gdLst/>
            <a:ahLst/>
            <a:cxnLst/>
            <a:rect l="l" t="t" r="r" b="b"/>
            <a:pathLst>
              <a:path w="866775" h="266700">
                <a:moveTo>
                  <a:pt x="38101" y="0"/>
                </a:moveTo>
                <a:lnTo>
                  <a:pt x="828674" y="0"/>
                </a:lnTo>
                <a:cubicBezTo>
                  <a:pt x="849717" y="0"/>
                  <a:pt x="866775" y="17058"/>
                  <a:pt x="866775" y="38101"/>
                </a:cubicBezTo>
                <a:lnTo>
                  <a:pt x="866775" y="228599"/>
                </a:lnTo>
                <a:cubicBezTo>
                  <a:pt x="866775" y="249642"/>
                  <a:pt x="849717" y="266700"/>
                  <a:pt x="8286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4009024" y="5750449"/>
            <a:ext cx="933450" cy="2667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inventory.ini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57521" y="1451750"/>
            <a:ext cx="4447309" cy="5018809"/>
          </a:xfrm>
          <a:custGeom>
            <a:avLst/>
            <a:gdLst/>
            <a:ahLst/>
            <a:cxnLst/>
            <a:rect l="l" t="t" r="r" b="b"/>
            <a:pathLst>
              <a:path w="4447309" h="5018809">
                <a:moveTo>
                  <a:pt x="114296" y="0"/>
                </a:moveTo>
                <a:lnTo>
                  <a:pt x="4333013" y="0"/>
                </a:lnTo>
                <a:cubicBezTo>
                  <a:pt x="4396137" y="0"/>
                  <a:pt x="4447309" y="51172"/>
                  <a:pt x="4447309" y="114296"/>
                </a:cubicBezTo>
                <a:lnTo>
                  <a:pt x="4447309" y="4904513"/>
                </a:lnTo>
                <a:cubicBezTo>
                  <a:pt x="4447309" y="4967637"/>
                  <a:pt x="4396137" y="5018809"/>
                  <a:pt x="4333013" y="5018809"/>
                </a:cubicBezTo>
                <a:lnTo>
                  <a:pt x="114296" y="5018809"/>
                </a:lnTo>
                <a:cubicBezTo>
                  <a:pt x="51172" y="5018809"/>
                  <a:pt x="0" y="4967637"/>
                  <a:pt x="0" y="4904513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76163" y="16845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3497" y="44128"/>
                </a:moveTo>
                <a:cubicBezTo>
                  <a:pt x="-1153" y="39477"/>
                  <a:pt x="-1153" y="31924"/>
                  <a:pt x="3497" y="27273"/>
                </a:cubicBezTo>
                <a:cubicBezTo>
                  <a:pt x="8148" y="22622"/>
                  <a:pt x="15701" y="22622"/>
                  <a:pt x="20352" y="27273"/>
                </a:cubicBezTo>
                <a:lnTo>
                  <a:pt x="79883" y="86804"/>
                </a:lnTo>
                <a:cubicBezTo>
                  <a:pt x="84534" y="91455"/>
                  <a:pt x="84534" y="99008"/>
                  <a:pt x="79883" y="103659"/>
                </a:cubicBezTo>
                <a:lnTo>
                  <a:pt x="20352" y="163190"/>
                </a:lnTo>
                <a:cubicBezTo>
                  <a:pt x="15701" y="167841"/>
                  <a:pt x="8148" y="167841"/>
                  <a:pt x="3497" y="163190"/>
                </a:cubicBezTo>
                <a:cubicBezTo>
                  <a:pt x="-1153" y="158539"/>
                  <a:pt x="-1153" y="150986"/>
                  <a:pt x="3497" y="146335"/>
                </a:cubicBezTo>
                <a:lnTo>
                  <a:pt x="54583" y="95250"/>
                </a:lnTo>
                <a:lnTo>
                  <a:pt x="3497" y="44128"/>
                </a:lnTo>
                <a:close/>
                <a:moveTo>
                  <a:pt x="83344" y="142875"/>
                </a:move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83344" y="166688"/>
                </a:lnTo>
                <a:cubicBezTo>
                  <a:pt x="76758" y="166688"/>
                  <a:pt x="71438" y="161367"/>
                  <a:pt x="71438" y="154781"/>
                </a:cubicBezTo>
                <a:cubicBezTo>
                  <a:pt x="71438" y="148196"/>
                  <a:pt x="76758" y="142875"/>
                  <a:pt x="83344" y="142875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37" name="Text 35"/>
          <p:cNvSpPr/>
          <p:nvPr/>
        </p:nvSpPr>
        <p:spPr>
          <a:xfrm>
            <a:off x="7790476" y="1646581"/>
            <a:ext cx="3914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Commandes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6680" y="2069929"/>
            <a:ext cx="4047259" cy="503959"/>
          </a:xfrm>
          <a:custGeom>
            <a:avLst/>
            <a:gdLst/>
            <a:ahLst/>
            <a:cxnLst/>
            <a:rect l="l" t="t" r="r" b="b"/>
            <a:pathLst>
              <a:path w="4047259" h="503959">
                <a:moveTo>
                  <a:pt x="76199" y="0"/>
                </a:moveTo>
                <a:lnTo>
                  <a:pt x="3971060" y="0"/>
                </a:lnTo>
                <a:cubicBezTo>
                  <a:pt x="4013144" y="0"/>
                  <a:pt x="4047259" y="34115"/>
                  <a:pt x="4047259" y="76199"/>
                </a:cubicBezTo>
                <a:lnTo>
                  <a:pt x="4047259" y="427760"/>
                </a:lnTo>
                <a:cubicBezTo>
                  <a:pt x="4047259" y="469844"/>
                  <a:pt x="4013144" y="503959"/>
                  <a:pt x="3971060" y="503959"/>
                </a:cubicBezTo>
                <a:lnTo>
                  <a:pt x="76199" y="503959"/>
                </a:lnTo>
                <a:cubicBezTo>
                  <a:pt x="34115" y="503959"/>
                  <a:pt x="0" y="469844"/>
                  <a:pt x="0" y="427760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75201" y="218845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831471" y="2188450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 terraform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556680" y="2696495"/>
            <a:ext cx="4047259" cy="694459"/>
          </a:xfrm>
          <a:custGeom>
            <a:avLst/>
            <a:gdLst/>
            <a:ahLst/>
            <a:cxnLst/>
            <a:rect l="l" t="t" r="r" b="b"/>
            <a:pathLst>
              <a:path w="4047259" h="694459">
                <a:moveTo>
                  <a:pt x="76203" y="0"/>
                </a:moveTo>
                <a:lnTo>
                  <a:pt x="3971056" y="0"/>
                </a:lnTo>
                <a:cubicBezTo>
                  <a:pt x="4013142" y="0"/>
                  <a:pt x="4047259" y="34117"/>
                  <a:pt x="4047259" y="76203"/>
                </a:cubicBezTo>
                <a:lnTo>
                  <a:pt x="4047259" y="618256"/>
                </a:lnTo>
                <a:cubicBezTo>
                  <a:pt x="4047259" y="660342"/>
                  <a:pt x="4013142" y="694459"/>
                  <a:pt x="3971056" y="694459"/>
                </a:cubicBezTo>
                <a:lnTo>
                  <a:pt x="76203" y="694459"/>
                </a:lnTo>
                <a:cubicBezTo>
                  <a:pt x="34145" y="694459"/>
                  <a:pt x="0" y="660314"/>
                  <a:pt x="0" y="618256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75201" y="2815017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31471" y="2815017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terraform init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865701" y="3081689"/>
            <a:ext cx="3686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Initialise le projet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56680" y="3513562"/>
            <a:ext cx="4047259" cy="694459"/>
          </a:xfrm>
          <a:custGeom>
            <a:avLst/>
            <a:gdLst/>
            <a:ahLst/>
            <a:cxnLst/>
            <a:rect l="l" t="t" r="r" b="b"/>
            <a:pathLst>
              <a:path w="4047259" h="694459">
                <a:moveTo>
                  <a:pt x="76203" y="0"/>
                </a:moveTo>
                <a:lnTo>
                  <a:pt x="3971056" y="0"/>
                </a:lnTo>
                <a:cubicBezTo>
                  <a:pt x="4013142" y="0"/>
                  <a:pt x="4047259" y="34117"/>
                  <a:pt x="4047259" y="76203"/>
                </a:cubicBezTo>
                <a:lnTo>
                  <a:pt x="4047259" y="618256"/>
                </a:lnTo>
                <a:cubicBezTo>
                  <a:pt x="4047259" y="660342"/>
                  <a:pt x="4013142" y="694459"/>
                  <a:pt x="3971056" y="694459"/>
                </a:cubicBezTo>
                <a:lnTo>
                  <a:pt x="76203" y="694459"/>
                </a:lnTo>
                <a:cubicBezTo>
                  <a:pt x="34145" y="694459"/>
                  <a:pt x="0" y="660314"/>
                  <a:pt x="0" y="618256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75201" y="3632083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31471" y="3632083"/>
            <a:ext cx="1266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terraform apply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865701" y="3898755"/>
            <a:ext cx="3686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 l'infrastructure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56680" y="4368782"/>
            <a:ext cx="4047259" cy="1151659"/>
          </a:xfrm>
          <a:custGeom>
            <a:avLst/>
            <a:gdLst/>
            <a:ahLst/>
            <a:cxnLst/>
            <a:rect l="l" t="t" r="r" b="b"/>
            <a:pathLst>
              <a:path w="4047259" h="1151659">
                <a:moveTo>
                  <a:pt x="76205" y="0"/>
                </a:moveTo>
                <a:lnTo>
                  <a:pt x="3971054" y="0"/>
                </a:lnTo>
                <a:cubicBezTo>
                  <a:pt x="4013141" y="0"/>
                  <a:pt x="4047259" y="34118"/>
                  <a:pt x="4047259" y="76205"/>
                </a:cubicBezTo>
                <a:lnTo>
                  <a:pt x="4047259" y="1075454"/>
                </a:lnTo>
                <a:cubicBezTo>
                  <a:pt x="4047259" y="1117541"/>
                  <a:pt x="4013141" y="1151659"/>
                  <a:pt x="3971054" y="1151659"/>
                </a:cubicBezTo>
                <a:lnTo>
                  <a:pt x="76205" y="1151659"/>
                </a:lnTo>
                <a:cubicBezTo>
                  <a:pt x="34118" y="1151659"/>
                  <a:pt x="0" y="1117541"/>
                  <a:pt x="0" y="1075454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238636">
                  <a:alpha val="20000"/>
                </a:srgbClr>
              </a:gs>
            </a:gsLst>
            <a:lin ang="0" scaled="1"/>
          </a:gra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18118" y="456347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51" name="Text 49"/>
          <p:cNvSpPr/>
          <p:nvPr/>
        </p:nvSpPr>
        <p:spPr>
          <a:xfrm>
            <a:off x="7975834" y="4525459"/>
            <a:ext cx="3562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Avantage Clé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975834" y="4868168"/>
            <a:ext cx="35528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L'infrastructure est </a:t>
            </a:r>
            <a:r>
              <a:rPr lang="en-US" sz="12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versionnée</a:t>
            </a: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, </a:t>
            </a:r>
            <a:r>
              <a:rPr lang="en-US" sz="12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reproductible</a:t>
            </a: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et peut être </a:t>
            </a:r>
            <a:r>
              <a:rPr lang="en-US" sz="12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détruite</a:t>
            </a: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en une commande.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CONFIGURATION AUTOMATISÉE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691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Ansible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05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5" name="Shape 3"/>
          <p:cNvSpPr/>
          <p:nvPr/>
        </p:nvSpPr>
        <p:spPr>
          <a:xfrm>
            <a:off x="385330" y="1451750"/>
            <a:ext cx="5609359" cy="1818409"/>
          </a:xfrm>
          <a:custGeom>
            <a:avLst/>
            <a:gdLst/>
            <a:ahLst/>
            <a:cxnLst/>
            <a:rect l="l" t="t" r="r" b="b"/>
            <a:pathLst>
              <a:path w="5609359" h="1818409">
                <a:moveTo>
                  <a:pt x="114305" y="0"/>
                </a:moveTo>
                <a:lnTo>
                  <a:pt x="5495054" y="0"/>
                </a:lnTo>
                <a:cubicBezTo>
                  <a:pt x="5558183" y="0"/>
                  <a:pt x="5609359" y="51176"/>
                  <a:pt x="5609359" y="114305"/>
                </a:cubicBezTo>
                <a:lnTo>
                  <a:pt x="5609359" y="1704104"/>
                </a:lnTo>
                <a:cubicBezTo>
                  <a:pt x="5609359" y="1767233"/>
                  <a:pt x="5558183" y="1818409"/>
                  <a:pt x="5495054" y="1818409"/>
                </a:cubicBezTo>
                <a:lnTo>
                  <a:pt x="114305" y="1818409"/>
                </a:lnTo>
                <a:cubicBezTo>
                  <a:pt x="51176" y="1818409"/>
                  <a:pt x="0" y="1767233"/>
                  <a:pt x="0" y="1704104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238636">
                  <a:alpha val="20000"/>
                </a:srgbClr>
              </a:gs>
              <a:gs pos="100000">
                <a:srgbClr val="238636">
                  <a:alpha val="5000"/>
                </a:srgbClr>
              </a:gs>
            </a:gsLst>
            <a:lin ang="2700000" scaled="1"/>
          </a:gra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159" y="16465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38636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70620" y="1770378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8" name="Text 6"/>
          <p:cNvSpPr/>
          <p:nvPr/>
        </p:nvSpPr>
        <p:spPr>
          <a:xfrm>
            <a:off x="1265851" y="1646581"/>
            <a:ext cx="31146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Configuration des Serveurs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5851" y="1951406"/>
            <a:ext cx="30765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Automatisation post-provisionnement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0159" y="2332272"/>
            <a:ext cx="52959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Ansible configure automatiquement les VMs après leur création par Terraform. Le playbook installe tous les composants nécessaires et initialise le cluster Kubernetes.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330" y="3430488"/>
            <a:ext cx="2723284" cy="1732684"/>
          </a:xfrm>
          <a:custGeom>
            <a:avLst/>
            <a:gdLst/>
            <a:ahLst/>
            <a:cxnLst/>
            <a:rect l="l" t="t" r="r" b="b"/>
            <a:pathLst>
              <a:path w="2723284" h="1732684">
                <a:moveTo>
                  <a:pt x="114305" y="0"/>
                </a:moveTo>
                <a:lnTo>
                  <a:pt x="2608979" y="0"/>
                </a:lnTo>
                <a:cubicBezTo>
                  <a:pt x="2672108" y="0"/>
                  <a:pt x="2723284" y="51176"/>
                  <a:pt x="2723284" y="114305"/>
                </a:cubicBezTo>
                <a:lnTo>
                  <a:pt x="2723284" y="1618379"/>
                </a:lnTo>
                <a:cubicBezTo>
                  <a:pt x="2723284" y="1681508"/>
                  <a:pt x="2672108" y="1732684"/>
                  <a:pt x="2608979" y="1732684"/>
                </a:cubicBezTo>
                <a:lnTo>
                  <a:pt x="114305" y="1732684"/>
                </a:lnTo>
                <a:cubicBezTo>
                  <a:pt x="51218" y="1732684"/>
                  <a:pt x="0" y="1681466"/>
                  <a:pt x="0" y="1618379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2005" y="35871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13442" y="368241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187" y="87920"/>
                </a:moveTo>
                <a:lnTo>
                  <a:pt x="105594" y="87920"/>
                </a:lnTo>
                <a:lnTo>
                  <a:pt x="105594" y="65819"/>
                </a:lnTo>
                <a:lnTo>
                  <a:pt x="130187" y="65819"/>
                </a:lnTo>
                <a:lnTo>
                  <a:pt x="130187" y="87920"/>
                </a:lnTo>
                <a:close/>
                <a:moveTo>
                  <a:pt x="130187" y="11906"/>
                </a:moveTo>
                <a:lnTo>
                  <a:pt x="105594" y="11906"/>
                </a:lnTo>
                <a:lnTo>
                  <a:pt x="105594" y="34491"/>
                </a:lnTo>
                <a:lnTo>
                  <a:pt x="130187" y="34491"/>
                </a:lnTo>
                <a:lnTo>
                  <a:pt x="130187" y="11906"/>
                </a:lnTo>
                <a:close/>
                <a:moveTo>
                  <a:pt x="159283" y="65782"/>
                </a:moveTo>
                <a:lnTo>
                  <a:pt x="134689" y="65782"/>
                </a:lnTo>
                <a:lnTo>
                  <a:pt x="134689" y="87883"/>
                </a:lnTo>
                <a:lnTo>
                  <a:pt x="159283" y="87883"/>
                </a:lnTo>
                <a:lnTo>
                  <a:pt x="159283" y="65782"/>
                </a:lnTo>
                <a:close/>
                <a:moveTo>
                  <a:pt x="101129" y="38956"/>
                </a:moveTo>
                <a:lnTo>
                  <a:pt x="76535" y="38956"/>
                </a:lnTo>
                <a:lnTo>
                  <a:pt x="76535" y="61317"/>
                </a:lnTo>
                <a:lnTo>
                  <a:pt x="101129" y="61317"/>
                </a:lnTo>
                <a:lnTo>
                  <a:pt x="101129" y="38956"/>
                </a:lnTo>
                <a:close/>
                <a:moveTo>
                  <a:pt x="130187" y="38956"/>
                </a:moveTo>
                <a:lnTo>
                  <a:pt x="105594" y="38956"/>
                </a:lnTo>
                <a:lnTo>
                  <a:pt x="105594" y="61317"/>
                </a:lnTo>
                <a:lnTo>
                  <a:pt x="130187" y="61317"/>
                </a:lnTo>
                <a:lnTo>
                  <a:pt x="130187" y="38956"/>
                </a:lnTo>
                <a:close/>
                <a:moveTo>
                  <a:pt x="233176" y="76163"/>
                </a:moveTo>
                <a:cubicBezTo>
                  <a:pt x="227819" y="72554"/>
                  <a:pt x="215466" y="71251"/>
                  <a:pt x="205978" y="73037"/>
                </a:cubicBezTo>
                <a:cubicBezTo>
                  <a:pt x="204750" y="64108"/>
                  <a:pt x="199765" y="56331"/>
                  <a:pt x="190686" y="49337"/>
                </a:cubicBezTo>
                <a:lnTo>
                  <a:pt x="185477" y="45876"/>
                </a:lnTo>
                <a:lnTo>
                  <a:pt x="182017" y="51085"/>
                </a:lnTo>
                <a:cubicBezTo>
                  <a:pt x="175171" y="61429"/>
                  <a:pt x="173310" y="78470"/>
                  <a:pt x="180640" y="89706"/>
                </a:cubicBezTo>
                <a:cubicBezTo>
                  <a:pt x="177403" y="91455"/>
                  <a:pt x="171041" y="93836"/>
                  <a:pt x="162632" y="93687"/>
                </a:cubicBezTo>
                <a:lnTo>
                  <a:pt x="893" y="93687"/>
                </a:lnTo>
                <a:cubicBezTo>
                  <a:pt x="-2344" y="112588"/>
                  <a:pt x="3051" y="137145"/>
                  <a:pt x="17264" y="154000"/>
                </a:cubicBezTo>
                <a:cubicBezTo>
                  <a:pt x="31068" y="170334"/>
                  <a:pt x="51755" y="178631"/>
                  <a:pt x="78804" y="178631"/>
                </a:cubicBezTo>
                <a:cubicBezTo>
                  <a:pt x="137368" y="178631"/>
                  <a:pt x="180715" y="151656"/>
                  <a:pt x="200992" y="102654"/>
                </a:cubicBezTo>
                <a:cubicBezTo>
                  <a:pt x="208955" y="102803"/>
                  <a:pt x="226144" y="102691"/>
                  <a:pt x="234962" y="85837"/>
                </a:cubicBezTo>
                <a:cubicBezTo>
                  <a:pt x="235521" y="84906"/>
                  <a:pt x="237418" y="80925"/>
                  <a:pt x="238125" y="79474"/>
                </a:cubicBezTo>
                <a:lnTo>
                  <a:pt x="233176" y="76163"/>
                </a:lnTo>
                <a:close/>
                <a:moveTo>
                  <a:pt x="43011" y="65782"/>
                </a:moveTo>
                <a:lnTo>
                  <a:pt x="18455" y="65782"/>
                </a:lnTo>
                <a:lnTo>
                  <a:pt x="18455" y="87883"/>
                </a:lnTo>
                <a:lnTo>
                  <a:pt x="43049" y="87883"/>
                </a:lnTo>
                <a:lnTo>
                  <a:pt x="43049" y="65782"/>
                </a:lnTo>
                <a:lnTo>
                  <a:pt x="43011" y="65782"/>
                </a:lnTo>
                <a:close/>
                <a:moveTo>
                  <a:pt x="72070" y="65782"/>
                </a:moveTo>
                <a:lnTo>
                  <a:pt x="47476" y="65782"/>
                </a:lnTo>
                <a:lnTo>
                  <a:pt x="47476" y="87883"/>
                </a:lnTo>
                <a:lnTo>
                  <a:pt x="72070" y="87883"/>
                </a:lnTo>
                <a:lnTo>
                  <a:pt x="72070" y="65782"/>
                </a:lnTo>
                <a:close/>
                <a:moveTo>
                  <a:pt x="101129" y="65782"/>
                </a:moveTo>
                <a:lnTo>
                  <a:pt x="76535" y="65782"/>
                </a:lnTo>
                <a:lnTo>
                  <a:pt x="76535" y="87883"/>
                </a:lnTo>
                <a:lnTo>
                  <a:pt x="101129" y="87883"/>
                </a:lnTo>
                <a:lnTo>
                  <a:pt x="101129" y="65782"/>
                </a:lnTo>
                <a:close/>
                <a:moveTo>
                  <a:pt x="72070" y="38956"/>
                </a:moveTo>
                <a:lnTo>
                  <a:pt x="47476" y="38956"/>
                </a:lnTo>
                <a:lnTo>
                  <a:pt x="47476" y="61317"/>
                </a:lnTo>
                <a:lnTo>
                  <a:pt x="72070" y="61317"/>
                </a:lnTo>
                <a:lnTo>
                  <a:pt x="72070" y="38956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14" name="Text 12"/>
          <p:cNvSpPr/>
          <p:nvPr/>
        </p:nvSpPr>
        <p:spPr>
          <a:xfrm>
            <a:off x="1037197" y="3644394"/>
            <a:ext cx="666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2005" y="4082355"/>
            <a:ext cx="24860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Installation de Docker CE sur les 2 nodes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005" y="4657915"/>
            <a:ext cx="2409825" cy="8659"/>
          </a:xfrm>
          <a:custGeom>
            <a:avLst/>
            <a:gdLst/>
            <a:ahLst/>
            <a:cxnLst/>
            <a:rect l="l" t="t" r="r" b="b"/>
            <a:pathLst>
              <a:path w="2409825" h="8659">
                <a:moveTo>
                  <a:pt x="0" y="0"/>
                </a:moveTo>
                <a:lnTo>
                  <a:pt x="2409825" y="0"/>
                </a:lnTo>
                <a:lnTo>
                  <a:pt x="2409825" y="8659"/>
                </a:lnTo>
                <a:lnTo>
                  <a:pt x="0" y="8659"/>
                </a:lnTo>
                <a:lnTo>
                  <a:pt x="0" y="0"/>
                </a:lnTo>
                <a:close/>
              </a:path>
            </a:pathLst>
          </a:custGeom>
          <a:solidFill>
            <a:srgbClr val="E6EDF3">
              <a:alpha val="1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42005" y="4819731"/>
            <a:ext cx="1022152" cy="147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 --version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71378" y="3430488"/>
            <a:ext cx="2723284" cy="1732684"/>
          </a:xfrm>
          <a:custGeom>
            <a:avLst/>
            <a:gdLst/>
            <a:ahLst/>
            <a:cxnLst/>
            <a:rect l="l" t="t" r="r" b="b"/>
            <a:pathLst>
              <a:path w="2723284" h="1732684">
                <a:moveTo>
                  <a:pt x="114305" y="0"/>
                </a:moveTo>
                <a:lnTo>
                  <a:pt x="2608979" y="0"/>
                </a:lnTo>
                <a:cubicBezTo>
                  <a:pt x="2672108" y="0"/>
                  <a:pt x="2723284" y="51176"/>
                  <a:pt x="2723284" y="114305"/>
                </a:cubicBezTo>
                <a:lnTo>
                  <a:pt x="2723284" y="1618379"/>
                </a:lnTo>
                <a:cubicBezTo>
                  <a:pt x="2723284" y="1681508"/>
                  <a:pt x="2672108" y="1732684"/>
                  <a:pt x="2608979" y="1732684"/>
                </a:cubicBezTo>
                <a:lnTo>
                  <a:pt x="114305" y="1732684"/>
                </a:lnTo>
                <a:cubicBezTo>
                  <a:pt x="51218" y="1732684"/>
                  <a:pt x="0" y="1681466"/>
                  <a:pt x="0" y="1618379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8053" y="358716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3523303" y="368241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685" y="76535"/>
                </a:moveTo>
                <a:lnTo>
                  <a:pt x="143768" y="60722"/>
                </a:lnTo>
                <a:cubicBezTo>
                  <a:pt x="148903" y="67903"/>
                  <a:pt x="152474" y="76312"/>
                  <a:pt x="153963" y="85353"/>
                </a:cubicBezTo>
                <a:lnTo>
                  <a:pt x="130001" y="86953"/>
                </a:lnTo>
                <a:cubicBezTo>
                  <a:pt x="129108" y="83195"/>
                  <a:pt x="127620" y="79697"/>
                  <a:pt x="125685" y="76535"/>
                </a:cubicBezTo>
                <a:close/>
                <a:moveTo>
                  <a:pt x="177812" y="83790"/>
                </a:moveTo>
                <a:cubicBezTo>
                  <a:pt x="175840" y="69354"/>
                  <a:pt x="170148" y="56071"/>
                  <a:pt x="161739" y="44983"/>
                </a:cubicBezTo>
                <a:lnTo>
                  <a:pt x="162037" y="44723"/>
                </a:lnTo>
                <a:cubicBezTo>
                  <a:pt x="167060" y="40332"/>
                  <a:pt x="167320" y="32593"/>
                  <a:pt x="162595" y="27905"/>
                </a:cubicBezTo>
                <a:cubicBezTo>
                  <a:pt x="157869" y="23217"/>
                  <a:pt x="150168" y="23440"/>
                  <a:pt x="145777" y="28463"/>
                </a:cubicBezTo>
                <a:lnTo>
                  <a:pt x="145517" y="28761"/>
                </a:lnTo>
                <a:cubicBezTo>
                  <a:pt x="134429" y="20352"/>
                  <a:pt x="121146" y="14660"/>
                  <a:pt x="106710" y="12688"/>
                </a:cubicBezTo>
                <a:lnTo>
                  <a:pt x="106747" y="12278"/>
                </a:lnTo>
                <a:cubicBezTo>
                  <a:pt x="107193" y="5618"/>
                  <a:pt x="101910" y="0"/>
                  <a:pt x="95250" y="0"/>
                </a:cubicBezTo>
                <a:cubicBezTo>
                  <a:pt x="88590" y="0"/>
                  <a:pt x="83307" y="5655"/>
                  <a:pt x="83753" y="12278"/>
                </a:cubicBezTo>
                <a:lnTo>
                  <a:pt x="83790" y="12688"/>
                </a:lnTo>
                <a:cubicBezTo>
                  <a:pt x="69354" y="14660"/>
                  <a:pt x="56071" y="20352"/>
                  <a:pt x="44983" y="28761"/>
                </a:cubicBezTo>
                <a:lnTo>
                  <a:pt x="44723" y="28463"/>
                </a:lnTo>
                <a:cubicBezTo>
                  <a:pt x="40332" y="23440"/>
                  <a:pt x="32593" y="23180"/>
                  <a:pt x="27905" y="27905"/>
                </a:cubicBezTo>
                <a:cubicBezTo>
                  <a:pt x="23217" y="32631"/>
                  <a:pt x="23440" y="40332"/>
                  <a:pt x="28463" y="44723"/>
                </a:cubicBezTo>
                <a:lnTo>
                  <a:pt x="28761" y="44983"/>
                </a:lnTo>
                <a:cubicBezTo>
                  <a:pt x="20352" y="56071"/>
                  <a:pt x="14660" y="69354"/>
                  <a:pt x="12688" y="83790"/>
                </a:cubicBezTo>
                <a:lnTo>
                  <a:pt x="12278" y="83753"/>
                </a:lnTo>
                <a:cubicBezTo>
                  <a:pt x="5618" y="83307"/>
                  <a:pt x="0" y="88590"/>
                  <a:pt x="0" y="95250"/>
                </a:cubicBezTo>
                <a:cubicBezTo>
                  <a:pt x="0" y="101910"/>
                  <a:pt x="5655" y="107193"/>
                  <a:pt x="12278" y="106747"/>
                </a:cubicBezTo>
                <a:lnTo>
                  <a:pt x="12688" y="106710"/>
                </a:lnTo>
                <a:cubicBezTo>
                  <a:pt x="14660" y="121146"/>
                  <a:pt x="20352" y="134429"/>
                  <a:pt x="28761" y="145517"/>
                </a:cubicBezTo>
                <a:lnTo>
                  <a:pt x="28463" y="145777"/>
                </a:lnTo>
                <a:cubicBezTo>
                  <a:pt x="23440" y="150168"/>
                  <a:pt x="23180" y="157907"/>
                  <a:pt x="27905" y="162595"/>
                </a:cubicBezTo>
                <a:cubicBezTo>
                  <a:pt x="32631" y="167283"/>
                  <a:pt x="40332" y="167060"/>
                  <a:pt x="44723" y="162037"/>
                </a:cubicBezTo>
                <a:lnTo>
                  <a:pt x="44983" y="161739"/>
                </a:lnTo>
                <a:cubicBezTo>
                  <a:pt x="56071" y="170148"/>
                  <a:pt x="69354" y="175840"/>
                  <a:pt x="83790" y="177812"/>
                </a:cubicBezTo>
                <a:lnTo>
                  <a:pt x="83753" y="178222"/>
                </a:lnTo>
                <a:cubicBezTo>
                  <a:pt x="83307" y="184882"/>
                  <a:pt x="88590" y="190500"/>
                  <a:pt x="95250" y="190500"/>
                </a:cubicBezTo>
                <a:cubicBezTo>
                  <a:pt x="101910" y="190500"/>
                  <a:pt x="107193" y="184845"/>
                  <a:pt x="106747" y="178222"/>
                </a:cubicBezTo>
                <a:lnTo>
                  <a:pt x="106710" y="177812"/>
                </a:lnTo>
                <a:cubicBezTo>
                  <a:pt x="121146" y="175840"/>
                  <a:pt x="134429" y="170148"/>
                  <a:pt x="145517" y="161739"/>
                </a:cubicBezTo>
                <a:lnTo>
                  <a:pt x="145777" y="162037"/>
                </a:lnTo>
                <a:cubicBezTo>
                  <a:pt x="150168" y="167060"/>
                  <a:pt x="157869" y="167320"/>
                  <a:pt x="162595" y="162595"/>
                </a:cubicBezTo>
                <a:cubicBezTo>
                  <a:pt x="167320" y="157869"/>
                  <a:pt x="167060" y="150168"/>
                  <a:pt x="162037" y="145777"/>
                </a:cubicBezTo>
                <a:lnTo>
                  <a:pt x="161739" y="145517"/>
                </a:lnTo>
                <a:cubicBezTo>
                  <a:pt x="170148" y="134429"/>
                  <a:pt x="175840" y="121146"/>
                  <a:pt x="177812" y="106710"/>
                </a:cubicBezTo>
                <a:lnTo>
                  <a:pt x="178222" y="106747"/>
                </a:lnTo>
                <a:cubicBezTo>
                  <a:pt x="184882" y="107193"/>
                  <a:pt x="190500" y="101910"/>
                  <a:pt x="190500" y="95250"/>
                </a:cubicBezTo>
                <a:cubicBezTo>
                  <a:pt x="190500" y="88590"/>
                  <a:pt x="184845" y="83307"/>
                  <a:pt x="178222" y="83753"/>
                </a:cubicBezTo>
                <a:lnTo>
                  <a:pt x="177812" y="83790"/>
                </a:lnTo>
                <a:close/>
                <a:moveTo>
                  <a:pt x="60722" y="46732"/>
                </a:moveTo>
                <a:cubicBezTo>
                  <a:pt x="67903" y="41597"/>
                  <a:pt x="76312" y="38026"/>
                  <a:pt x="85353" y="36500"/>
                </a:cubicBezTo>
                <a:lnTo>
                  <a:pt x="86953" y="60461"/>
                </a:lnTo>
                <a:cubicBezTo>
                  <a:pt x="83232" y="61354"/>
                  <a:pt x="79697" y="62843"/>
                  <a:pt x="76535" y="64777"/>
                </a:cubicBezTo>
                <a:lnTo>
                  <a:pt x="60722" y="46695"/>
                </a:lnTo>
                <a:close/>
                <a:moveTo>
                  <a:pt x="36537" y="85353"/>
                </a:moveTo>
                <a:cubicBezTo>
                  <a:pt x="38063" y="76274"/>
                  <a:pt x="41635" y="67903"/>
                  <a:pt x="46769" y="60722"/>
                </a:cubicBezTo>
                <a:lnTo>
                  <a:pt x="64852" y="76535"/>
                </a:lnTo>
                <a:cubicBezTo>
                  <a:pt x="62880" y="79697"/>
                  <a:pt x="61429" y="83232"/>
                  <a:pt x="60536" y="86953"/>
                </a:cubicBezTo>
                <a:lnTo>
                  <a:pt x="36575" y="85353"/>
                </a:lnTo>
                <a:close/>
                <a:moveTo>
                  <a:pt x="46769" y="129778"/>
                </a:moveTo>
                <a:cubicBezTo>
                  <a:pt x="41635" y="122597"/>
                  <a:pt x="38063" y="114188"/>
                  <a:pt x="36537" y="105147"/>
                </a:cubicBezTo>
                <a:lnTo>
                  <a:pt x="60499" y="103547"/>
                </a:lnTo>
                <a:cubicBezTo>
                  <a:pt x="61392" y="107305"/>
                  <a:pt x="62880" y="110803"/>
                  <a:pt x="64815" y="113965"/>
                </a:cubicBezTo>
                <a:lnTo>
                  <a:pt x="46732" y="129778"/>
                </a:lnTo>
                <a:close/>
                <a:moveTo>
                  <a:pt x="85390" y="153963"/>
                </a:moveTo>
                <a:cubicBezTo>
                  <a:pt x="76312" y="152437"/>
                  <a:pt x="67940" y="148865"/>
                  <a:pt x="60759" y="143768"/>
                </a:cubicBezTo>
                <a:lnTo>
                  <a:pt x="76572" y="125685"/>
                </a:lnTo>
                <a:cubicBezTo>
                  <a:pt x="79735" y="127657"/>
                  <a:pt x="83269" y="129108"/>
                  <a:pt x="86990" y="130001"/>
                </a:cubicBezTo>
                <a:lnTo>
                  <a:pt x="85390" y="153963"/>
                </a:lnTo>
                <a:close/>
                <a:moveTo>
                  <a:pt x="129815" y="143768"/>
                </a:moveTo>
                <a:cubicBezTo>
                  <a:pt x="122634" y="148903"/>
                  <a:pt x="114226" y="152474"/>
                  <a:pt x="105184" y="153963"/>
                </a:cubicBezTo>
                <a:lnTo>
                  <a:pt x="103584" y="130001"/>
                </a:lnTo>
                <a:cubicBezTo>
                  <a:pt x="107305" y="129108"/>
                  <a:pt x="110840" y="127620"/>
                  <a:pt x="114002" y="125685"/>
                </a:cubicBezTo>
                <a:lnTo>
                  <a:pt x="129815" y="143768"/>
                </a:lnTo>
                <a:close/>
                <a:moveTo>
                  <a:pt x="154000" y="105147"/>
                </a:moveTo>
                <a:cubicBezTo>
                  <a:pt x="152474" y="114226"/>
                  <a:pt x="148903" y="122597"/>
                  <a:pt x="143805" y="129778"/>
                </a:cubicBezTo>
                <a:lnTo>
                  <a:pt x="125723" y="113965"/>
                </a:lnTo>
                <a:cubicBezTo>
                  <a:pt x="127695" y="110765"/>
                  <a:pt x="129146" y="107268"/>
                  <a:pt x="130039" y="103547"/>
                </a:cubicBezTo>
                <a:lnTo>
                  <a:pt x="154000" y="105147"/>
                </a:lnTo>
                <a:close/>
                <a:moveTo>
                  <a:pt x="129815" y="46769"/>
                </a:moveTo>
                <a:lnTo>
                  <a:pt x="114002" y="64852"/>
                </a:lnTo>
                <a:cubicBezTo>
                  <a:pt x="110803" y="62880"/>
                  <a:pt x="107305" y="61429"/>
                  <a:pt x="103584" y="60536"/>
                </a:cubicBezTo>
                <a:lnTo>
                  <a:pt x="105184" y="36575"/>
                </a:lnTo>
                <a:cubicBezTo>
                  <a:pt x="114263" y="38100"/>
                  <a:pt x="122634" y="41672"/>
                  <a:pt x="129815" y="46806"/>
                </a:cubicBezTo>
                <a:close/>
                <a:moveTo>
                  <a:pt x="95250" y="83344"/>
                </a:move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ubicBezTo>
                  <a:pt x="83344" y="88679"/>
                  <a:pt x="88679" y="83344"/>
                  <a:pt x="95250" y="83344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1" name="Text 19"/>
          <p:cNvSpPr/>
          <p:nvPr/>
        </p:nvSpPr>
        <p:spPr>
          <a:xfrm>
            <a:off x="3923245" y="3644394"/>
            <a:ext cx="400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K3s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8053" y="4082355"/>
            <a:ext cx="24860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Installation du cluster Kubernetes léger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28053" y="4657915"/>
            <a:ext cx="2409825" cy="8659"/>
          </a:xfrm>
          <a:custGeom>
            <a:avLst/>
            <a:gdLst/>
            <a:ahLst/>
            <a:cxnLst/>
            <a:rect l="l" t="t" r="r" b="b"/>
            <a:pathLst>
              <a:path w="2409825" h="8659">
                <a:moveTo>
                  <a:pt x="0" y="0"/>
                </a:moveTo>
                <a:lnTo>
                  <a:pt x="2409825" y="0"/>
                </a:lnTo>
                <a:lnTo>
                  <a:pt x="2409825" y="8659"/>
                </a:lnTo>
                <a:lnTo>
                  <a:pt x="0" y="8659"/>
                </a:lnTo>
                <a:lnTo>
                  <a:pt x="0" y="0"/>
                </a:lnTo>
                <a:close/>
              </a:path>
            </a:pathLst>
          </a:custGeom>
          <a:solidFill>
            <a:srgbClr val="E6EDF3">
              <a:alpha val="1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3428053" y="4819731"/>
            <a:ext cx="1111448" cy="147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kubectl get nodes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5330" y="5322635"/>
            <a:ext cx="2723284" cy="1504084"/>
          </a:xfrm>
          <a:custGeom>
            <a:avLst/>
            <a:gdLst/>
            <a:ahLst/>
            <a:cxnLst/>
            <a:rect l="l" t="t" r="r" b="b"/>
            <a:pathLst>
              <a:path w="2723284" h="1504084">
                <a:moveTo>
                  <a:pt x="114295" y="0"/>
                </a:moveTo>
                <a:lnTo>
                  <a:pt x="2608989" y="0"/>
                </a:lnTo>
                <a:cubicBezTo>
                  <a:pt x="2672112" y="0"/>
                  <a:pt x="2723284" y="51172"/>
                  <a:pt x="2723284" y="114295"/>
                </a:cubicBezTo>
                <a:lnTo>
                  <a:pt x="2723284" y="1389789"/>
                </a:lnTo>
                <a:cubicBezTo>
                  <a:pt x="2723284" y="1452912"/>
                  <a:pt x="2672112" y="1504084"/>
                  <a:pt x="2608989" y="1504084"/>
                </a:cubicBezTo>
                <a:lnTo>
                  <a:pt x="114295" y="1504084"/>
                </a:lnTo>
                <a:cubicBezTo>
                  <a:pt x="51214" y="1504084"/>
                  <a:pt x="0" y="1452870"/>
                  <a:pt x="0" y="138978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2005" y="54793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661067" y="557456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28" name="Text 26"/>
          <p:cNvSpPr/>
          <p:nvPr/>
        </p:nvSpPr>
        <p:spPr>
          <a:xfrm>
            <a:off x="1037197" y="5536541"/>
            <a:ext cx="10287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Kubeconfig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2005" y="5974503"/>
            <a:ext cx="248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Export de la configuration kubectl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2005" y="6321542"/>
            <a:ext cx="2409825" cy="8659"/>
          </a:xfrm>
          <a:custGeom>
            <a:avLst/>
            <a:gdLst/>
            <a:ahLst/>
            <a:cxnLst/>
            <a:rect l="l" t="t" r="r" b="b"/>
            <a:pathLst>
              <a:path w="2409825" h="8659">
                <a:moveTo>
                  <a:pt x="0" y="0"/>
                </a:moveTo>
                <a:lnTo>
                  <a:pt x="2409825" y="0"/>
                </a:lnTo>
                <a:lnTo>
                  <a:pt x="2409825" y="8659"/>
                </a:lnTo>
                <a:lnTo>
                  <a:pt x="0" y="8659"/>
                </a:lnTo>
                <a:lnTo>
                  <a:pt x="0" y="0"/>
                </a:lnTo>
                <a:close/>
              </a:path>
            </a:pathLst>
          </a:custGeom>
          <a:solidFill>
            <a:srgbClr val="E6EDF3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542005" y="6483358"/>
            <a:ext cx="900248" cy="147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~/.kube/config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71378" y="5322635"/>
            <a:ext cx="2723284" cy="1504084"/>
          </a:xfrm>
          <a:custGeom>
            <a:avLst/>
            <a:gdLst/>
            <a:ahLst/>
            <a:cxnLst/>
            <a:rect l="l" t="t" r="r" b="b"/>
            <a:pathLst>
              <a:path w="2723284" h="1504084">
                <a:moveTo>
                  <a:pt x="114295" y="0"/>
                </a:moveTo>
                <a:lnTo>
                  <a:pt x="2608989" y="0"/>
                </a:lnTo>
                <a:cubicBezTo>
                  <a:pt x="2672112" y="0"/>
                  <a:pt x="2723284" y="51172"/>
                  <a:pt x="2723284" y="114295"/>
                </a:cubicBezTo>
                <a:lnTo>
                  <a:pt x="2723284" y="1389789"/>
                </a:lnTo>
                <a:cubicBezTo>
                  <a:pt x="2723284" y="1452912"/>
                  <a:pt x="2672112" y="1504084"/>
                  <a:pt x="2608989" y="1504084"/>
                </a:cubicBezTo>
                <a:lnTo>
                  <a:pt x="114295" y="1504084"/>
                </a:lnTo>
                <a:cubicBezTo>
                  <a:pt x="51214" y="1504084"/>
                  <a:pt x="0" y="1452870"/>
                  <a:pt x="0" y="1389789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28053" y="54793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3523303" y="55745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35" name="Text 33"/>
          <p:cNvSpPr/>
          <p:nvPr/>
        </p:nvSpPr>
        <p:spPr>
          <a:xfrm>
            <a:off x="3923245" y="5536541"/>
            <a:ext cx="762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428053" y="5974503"/>
            <a:ext cx="2486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Configuration SSH et pare-feu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28053" y="6321542"/>
            <a:ext cx="2409825" cy="8659"/>
          </a:xfrm>
          <a:custGeom>
            <a:avLst/>
            <a:gdLst/>
            <a:ahLst/>
            <a:cxnLst/>
            <a:rect l="l" t="t" r="r" b="b"/>
            <a:pathLst>
              <a:path w="2409825" h="8659">
                <a:moveTo>
                  <a:pt x="0" y="0"/>
                </a:moveTo>
                <a:lnTo>
                  <a:pt x="2409825" y="0"/>
                </a:lnTo>
                <a:lnTo>
                  <a:pt x="2409825" y="8659"/>
                </a:lnTo>
                <a:lnTo>
                  <a:pt x="0" y="8659"/>
                </a:lnTo>
                <a:lnTo>
                  <a:pt x="0" y="0"/>
                </a:lnTo>
                <a:close/>
              </a:path>
            </a:pathLst>
          </a:custGeom>
          <a:solidFill>
            <a:srgbClr val="E6EDF3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3428053" y="6483358"/>
            <a:ext cx="1126061" cy="147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chmod 600 id_rsa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95580" y="1451750"/>
            <a:ext cx="5609359" cy="3294784"/>
          </a:xfrm>
          <a:custGeom>
            <a:avLst/>
            <a:gdLst/>
            <a:ahLst/>
            <a:cxnLst/>
            <a:rect l="l" t="t" r="r" b="b"/>
            <a:pathLst>
              <a:path w="5609359" h="3294784">
                <a:moveTo>
                  <a:pt x="114296" y="0"/>
                </a:moveTo>
                <a:lnTo>
                  <a:pt x="5495063" y="0"/>
                </a:lnTo>
                <a:cubicBezTo>
                  <a:pt x="5558187" y="0"/>
                  <a:pt x="5609359" y="51172"/>
                  <a:pt x="5609359" y="114296"/>
                </a:cubicBezTo>
                <a:lnTo>
                  <a:pt x="5609359" y="3180488"/>
                </a:lnTo>
                <a:cubicBezTo>
                  <a:pt x="5609359" y="3243612"/>
                  <a:pt x="5558187" y="3294784"/>
                  <a:pt x="5495063" y="3294784"/>
                </a:cubicBezTo>
                <a:lnTo>
                  <a:pt x="114296" y="3294784"/>
                </a:lnTo>
                <a:cubicBezTo>
                  <a:pt x="51172" y="3294784"/>
                  <a:pt x="0" y="3243612"/>
                  <a:pt x="0" y="3180488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4221" y="16845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1" name="Text 39"/>
          <p:cNvSpPr/>
          <p:nvPr/>
        </p:nvSpPr>
        <p:spPr>
          <a:xfrm>
            <a:off x="6628534" y="1646581"/>
            <a:ext cx="507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Exécution du Playbook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94738" y="2069929"/>
            <a:ext cx="5209309" cy="503959"/>
          </a:xfrm>
          <a:custGeom>
            <a:avLst/>
            <a:gdLst/>
            <a:ahLst/>
            <a:cxnLst/>
            <a:rect l="l" t="t" r="r" b="b"/>
            <a:pathLst>
              <a:path w="5209309" h="503959">
                <a:moveTo>
                  <a:pt x="76199" y="0"/>
                </a:moveTo>
                <a:lnTo>
                  <a:pt x="5133110" y="0"/>
                </a:lnTo>
                <a:cubicBezTo>
                  <a:pt x="5175194" y="0"/>
                  <a:pt x="5209309" y="34115"/>
                  <a:pt x="5209309" y="76199"/>
                </a:cubicBezTo>
                <a:lnTo>
                  <a:pt x="5209309" y="427760"/>
                </a:lnTo>
                <a:cubicBezTo>
                  <a:pt x="5209309" y="469844"/>
                  <a:pt x="5175194" y="503959"/>
                  <a:pt x="5133110" y="503959"/>
                </a:cubicBezTo>
                <a:lnTo>
                  <a:pt x="76199" y="503959"/>
                </a:lnTo>
                <a:cubicBezTo>
                  <a:pt x="34115" y="503959"/>
                  <a:pt x="0" y="469844"/>
                  <a:pt x="0" y="427760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3260" y="218845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69529" y="218845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cd ansible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4738" y="2696495"/>
            <a:ext cx="5209309" cy="503959"/>
          </a:xfrm>
          <a:custGeom>
            <a:avLst/>
            <a:gdLst/>
            <a:ahLst/>
            <a:cxnLst/>
            <a:rect l="l" t="t" r="r" b="b"/>
            <a:pathLst>
              <a:path w="5209309" h="503959">
                <a:moveTo>
                  <a:pt x="76199" y="0"/>
                </a:moveTo>
                <a:lnTo>
                  <a:pt x="5133110" y="0"/>
                </a:lnTo>
                <a:cubicBezTo>
                  <a:pt x="5175194" y="0"/>
                  <a:pt x="5209309" y="34115"/>
                  <a:pt x="5209309" y="76199"/>
                </a:cubicBezTo>
                <a:lnTo>
                  <a:pt x="5209309" y="427760"/>
                </a:lnTo>
                <a:cubicBezTo>
                  <a:pt x="5209309" y="469844"/>
                  <a:pt x="5175194" y="503959"/>
                  <a:pt x="5133110" y="503959"/>
                </a:cubicBezTo>
                <a:lnTo>
                  <a:pt x="76199" y="503959"/>
                </a:lnTo>
                <a:cubicBezTo>
                  <a:pt x="34115" y="503959"/>
                  <a:pt x="0" y="469844"/>
                  <a:pt x="0" y="427760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3260" y="2815017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69529" y="2815017"/>
            <a:ext cx="2943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chmod 600 ../terraform/id_rsa_devops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4738" y="3323062"/>
            <a:ext cx="5209309" cy="503959"/>
          </a:xfrm>
          <a:custGeom>
            <a:avLst/>
            <a:gdLst/>
            <a:ahLst/>
            <a:cxnLst/>
            <a:rect l="l" t="t" r="r" b="b"/>
            <a:pathLst>
              <a:path w="5209309" h="503959">
                <a:moveTo>
                  <a:pt x="76199" y="0"/>
                </a:moveTo>
                <a:lnTo>
                  <a:pt x="5133110" y="0"/>
                </a:lnTo>
                <a:cubicBezTo>
                  <a:pt x="5175194" y="0"/>
                  <a:pt x="5209309" y="34115"/>
                  <a:pt x="5209309" y="76199"/>
                </a:cubicBezTo>
                <a:lnTo>
                  <a:pt x="5209309" y="427760"/>
                </a:lnTo>
                <a:cubicBezTo>
                  <a:pt x="5209309" y="469844"/>
                  <a:pt x="5175194" y="503959"/>
                  <a:pt x="5133110" y="503959"/>
                </a:cubicBezTo>
                <a:lnTo>
                  <a:pt x="76199" y="503959"/>
                </a:lnTo>
                <a:cubicBezTo>
                  <a:pt x="34115" y="503959"/>
                  <a:pt x="0" y="469844"/>
                  <a:pt x="0" y="427760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13260" y="3441583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69529" y="3441583"/>
            <a:ext cx="31051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export ANSIBLE_HOST_KEY_CHECKING=False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94738" y="3949628"/>
            <a:ext cx="5209309" cy="503959"/>
          </a:xfrm>
          <a:custGeom>
            <a:avLst/>
            <a:gdLst/>
            <a:ahLst/>
            <a:cxnLst/>
            <a:rect l="l" t="t" r="r" b="b"/>
            <a:pathLst>
              <a:path w="5209309" h="503959">
                <a:moveTo>
                  <a:pt x="76199" y="0"/>
                </a:moveTo>
                <a:lnTo>
                  <a:pt x="5133110" y="0"/>
                </a:lnTo>
                <a:cubicBezTo>
                  <a:pt x="5175194" y="0"/>
                  <a:pt x="5209309" y="34115"/>
                  <a:pt x="5209309" y="76199"/>
                </a:cubicBezTo>
                <a:lnTo>
                  <a:pt x="5209309" y="427760"/>
                </a:lnTo>
                <a:cubicBezTo>
                  <a:pt x="5209309" y="469844"/>
                  <a:pt x="5175194" y="503959"/>
                  <a:pt x="5133110" y="503959"/>
                </a:cubicBezTo>
                <a:lnTo>
                  <a:pt x="76199" y="503959"/>
                </a:lnTo>
                <a:cubicBezTo>
                  <a:pt x="34115" y="503959"/>
                  <a:pt x="0" y="469844"/>
                  <a:pt x="0" y="427760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3260" y="4068149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69529" y="4068149"/>
            <a:ext cx="37433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ansible-playbook -i inventory.ini playbook.yml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95580" y="4912139"/>
            <a:ext cx="5609359" cy="1913659"/>
          </a:xfrm>
          <a:custGeom>
            <a:avLst/>
            <a:gdLst/>
            <a:ahLst/>
            <a:cxnLst/>
            <a:rect l="l" t="t" r="r" b="b"/>
            <a:pathLst>
              <a:path w="5609359" h="1913659">
                <a:moveTo>
                  <a:pt x="114303" y="0"/>
                </a:moveTo>
                <a:lnTo>
                  <a:pt x="5495056" y="0"/>
                </a:lnTo>
                <a:cubicBezTo>
                  <a:pt x="5558184" y="0"/>
                  <a:pt x="5609359" y="51175"/>
                  <a:pt x="5609359" y="114303"/>
                </a:cubicBezTo>
                <a:lnTo>
                  <a:pt x="5609359" y="1799356"/>
                </a:lnTo>
                <a:cubicBezTo>
                  <a:pt x="5609359" y="1862484"/>
                  <a:pt x="5558184" y="1913659"/>
                  <a:pt x="5495056" y="1913659"/>
                </a:cubicBezTo>
                <a:lnTo>
                  <a:pt x="114303" y="1913659"/>
                </a:lnTo>
                <a:cubicBezTo>
                  <a:pt x="51175" y="1913659"/>
                  <a:pt x="0" y="1862484"/>
                  <a:pt x="0" y="1799356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238636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28509" y="514498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6" name="Text 54"/>
          <p:cNvSpPr/>
          <p:nvPr/>
        </p:nvSpPr>
        <p:spPr>
          <a:xfrm>
            <a:off x="6861788" y="5106970"/>
            <a:ext cx="2409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Résultat Final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89173" y="55353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8" name="Text 56"/>
          <p:cNvSpPr/>
          <p:nvPr/>
        </p:nvSpPr>
        <p:spPr>
          <a:xfrm>
            <a:off x="7033238" y="5487835"/>
            <a:ext cx="2219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 installé sur les 2 nodes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889173" y="58400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60" name="Text 58"/>
          <p:cNvSpPr/>
          <p:nvPr/>
        </p:nvSpPr>
        <p:spPr>
          <a:xfrm>
            <a:off x="7033238" y="5792526"/>
            <a:ext cx="2219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Cluster K3s opérationnel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889173" y="614470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62" name="Text 60"/>
          <p:cNvSpPr/>
          <p:nvPr/>
        </p:nvSpPr>
        <p:spPr>
          <a:xfrm>
            <a:off x="7033238" y="6097219"/>
            <a:ext cx="2219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Kubeconfig exporté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89173" y="6449399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64" name="Text 62"/>
          <p:cNvSpPr/>
          <p:nvPr/>
        </p:nvSpPr>
        <p:spPr>
          <a:xfrm>
            <a:off x="7033238" y="6401909"/>
            <a:ext cx="22193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Prêt pour le déploiement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691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API Task Manager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05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5" name="Shape 3"/>
          <p:cNvSpPr/>
          <p:nvPr/>
        </p:nvSpPr>
        <p:spPr>
          <a:xfrm>
            <a:off x="385330" y="1451750"/>
            <a:ext cx="6771409" cy="1570759"/>
          </a:xfrm>
          <a:custGeom>
            <a:avLst/>
            <a:gdLst/>
            <a:ahLst/>
            <a:cxnLst/>
            <a:rect l="l" t="t" r="r" b="b"/>
            <a:pathLst>
              <a:path w="6771409" h="1570759">
                <a:moveTo>
                  <a:pt x="114304" y="0"/>
                </a:moveTo>
                <a:lnTo>
                  <a:pt x="6657105" y="0"/>
                </a:lnTo>
                <a:cubicBezTo>
                  <a:pt x="6720233" y="0"/>
                  <a:pt x="6771409" y="51176"/>
                  <a:pt x="6771409" y="114304"/>
                </a:cubicBezTo>
                <a:lnTo>
                  <a:pt x="6771409" y="1456455"/>
                </a:lnTo>
                <a:cubicBezTo>
                  <a:pt x="6771409" y="1519583"/>
                  <a:pt x="6720233" y="1570759"/>
                  <a:pt x="6657105" y="1570759"/>
                </a:cubicBezTo>
                <a:lnTo>
                  <a:pt x="114304" y="1570759"/>
                </a:lnTo>
                <a:cubicBezTo>
                  <a:pt x="51176" y="1570759"/>
                  <a:pt x="0" y="1519583"/>
                  <a:pt x="0" y="1456455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58A6FF">
                  <a:alpha val="5000"/>
                </a:srgbClr>
              </a:gs>
            </a:gsLst>
            <a:lin ang="2700000" scaled="1"/>
          </a:gra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159" y="16465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8A6FF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724198" y="1770378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8" name="Text 6"/>
          <p:cNvSpPr/>
          <p:nvPr/>
        </p:nvSpPr>
        <p:spPr>
          <a:xfrm>
            <a:off x="1265851" y="1646581"/>
            <a:ext cx="25622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Flask REST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5851" y="1951406"/>
            <a:ext cx="2524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Gestion de tâches simple et efficace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0159" y="2332272"/>
            <a:ext cx="6457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Une </a:t>
            </a:r>
            <a:r>
              <a:rPr lang="en-US" sz="12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API REST complète</a:t>
            </a: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développée en Python avec le framework Flask. Elle offre un </a:t>
            </a:r>
            <a:r>
              <a:rPr lang="en-US" sz="12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CRUD complet</a:t>
            </a: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pour la gestion de tâches avec une interface web intuitive.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330" y="3183026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5817" y="33777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3" name="Text 11"/>
          <p:cNvSpPr/>
          <p:nvPr/>
        </p:nvSpPr>
        <p:spPr>
          <a:xfrm>
            <a:off x="894322" y="3339701"/>
            <a:ext cx="1085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POST /tasks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2005" y="3720431"/>
            <a:ext cx="30670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Créer une nouvelle tâche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2005" y="4209806"/>
            <a:ext cx="2990850" cy="381000"/>
          </a:xfrm>
          <a:custGeom>
            <a:avLst/>
            <a:gdLst/>
            <a:ahLst/>
            <a:cxnLst/>
            <a:rect l="l" t="t" r="r" b="b"/>
            <a:pathLst>
              <a:path w="2990850" h="381000">
                <a:moveTo>
                  <a:pt x="38100" y="0"/>
                </a:moveTo>
                <a:lnTo>
                  <a:pt x="2952750" y="0"/>
                </a:lnTo>
                <a:cubicBezTo>
                  <a:pt x="2973778" y="0"/>
                  <a:pt x="2990850" y="17072"/>
                  <a:pt x="2990850" y="38100"/>
                </a:cubicBezTo>
                <a:lnTo>
                  <a:pt x="2990850" y="342900"/>
                </a:lnTo>
                <a:cubicBezTo>
                  <a:pt x="2990850" y="363928"/>
                  <a:pt x="2973778" y="381000"/>
                  <a:pt x="2952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117"/>
          </a:solidFill>
        </p:spPr>
      </p:sp>
      <p:sp>
        <p:nvSpPr>
          <p:cNvPr id="16" name="Text 14"/>
          <p:cNvSpPr/>
          <p:nvPr/>
        </p:nvSpPr>
        <p:spPr>
          <a:xfrm>
            <a:off x="618178" y="4337933"/>
            <a:ext cx="1746268" cy="155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{"title": "Ma tâche"}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2348" y="3183026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32836" y="337772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83" y="17859"/>
                </a:moveTo>
                <a:cubicBezTo>
                  <a:pt x="9934" y="17859"/>
                  <a:pt x="5953" y="21841"/>
                  <a:pt x="5953" y="26789"/>
                </a:cubicBezTo>
                <a:lnTo>
                  <a:pt x="5953" y="44648"/>
                </a:lnTo>
                <a:cubicBezTo>
                  <a:pt x="5953" y="49597"/>
                  <a:pt x="9934" y="53578"/>
                  <a:pt x="14883" y="53578"/>
                </a:cubicBezTo>
                <a:lnTo>
                  <a:pt x="32742" y="53578"/>
                </a:lnTo>
                <a:cubicBezTo>
                  <a:pt x="37691" y="53578"/>
                  <a:pt x="41672" y="49597"/>
                  <a:pt x="41672" y="44648"/>
                </a:cubicBezTo>
                <a:lnTo>
                  <a:pt x="41672" y="26789"/>
                </a:lnTo>
                <a:cubicBezTo>
                  <a:pt x="41672" y="21841"/>
                  <a:pt x="37691" y="17859"/>
                  <a:pt x="32742" y="17859"/>
                </a:cubicBezTo>
                <a:lnTo>
                  <a:pt x="14883" y="17859"/>
                </a:lnTo>
                <a:close/>
                <a:moveTo>
                  <a:pt x="71438" y="23812"/>
                </a:moveTo>
                <a:cubicBezTo>
                  <a:pt x="64852" y="23812"/>
                  <a:pt x="59531" y="29133"/>
                  <a:pt x="59531" y="35719"/>
                </a:cubicBezTo>
                <a:cubicBezTo>
                  <a:pt x="59531" y="42304"/>
                  <a:pt x="64852" y="47625"/>
                  <a:pt x="71438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71438" y="23812"/>
                </a:lnTo>
                <a:close/>
                <a:moveTo>
                  <a:pt x="71438" y="83344"/>
                </a:moveTo>
                <a:cubicBezTo>
                  <a:pt x="64852" y="83344"/>
                  <a:pt x="59531" y="88664"/>
                  <a:pt x="59531" y="95250"/>
                </a:cubicBezTo>
                <a:cubicBezTo>
                  <a:pt x="59531" y="101836"/>
                  <a:pt x="64852" y="107156"/>
                  <a:pt x="71438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71438" y="83344"/>
                </a:lnTo>
                <a:close/>
                <a:moveTo>
                  <a:pt x="71438" y="142875"/>
                </a:moveTo>
                <a:cubicBezTo>
                  <a:pt x="64852" y="142875"/>
                  <a:pt x="59531" y="148196"/>
                  <a:pt x="59531" y="154781"/>
                </a:cubicBezTo>
                <a:cubicBezTo>
                  <a:pt x="59531" y="161367"/>
                  <a:pt x="64852" y="166688"/>
                  <a:pt x="71438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71438" y="142875"/>
                </a:lnTo>
                <a:close/>
                <a:moveTo>
                  <a:pt x="5953" y="86320"/>
                </a:moveTo>
                <a:lnTo>
                  <a:pt x="5953" y="104180"/>
                </a:lnTo>
                <a:cubicBezTo>
                  <a:pt x="5953" y="109128"/>
                  <a:pt x="9934" y="113109"/>
                  <a:pt x="14883" y="113109"/>
                </a:cubicBezTo>
                <a:lnTo>
                  <a:pt x="32742" y="113109"/>
                </a:lnTo>
                <a:cubicBezTo>
                  <a:pt x="37691" y="113109"/>
                  <a:pt x="41672" y="109128"/>
                  <a:pt x="41672" y="104180"/>
                </a:cubicBezTo>
                <a:lnTo>
                  <a:pt x="41672" y="86320"/>
                </a:lnTo>
                <a:cubicBezTo>
                  <a:pt x="41672" y="81372"/>
                  <a:pt x="37691" y="77391"/>
                  <a:pt x="32742" y="77391"/>
                </a:cubicBezTo>
                <a:lnTo>
                  <a:pt x="14883" y="77391"/>
                </a:lnTo>
                <a:cubicBezTo>
                  <a:pt x="9934" y="77391"/>
                  <a:pt x="5953" y="81372"/>
                  <a:pt x="5953" y="86320"/>
                </a:cubicBezTo>
                <a:close/>
                <a:moveTo>
                  <a:pt x="14883" y="136922"/>
                </a:moveTo>
                <a:cubicBezTo>
                  <a:pt x="9934" y="136922"/>
                  <a:pt x="5953" y="140903"/>
                  <a:pt x="5953" y="145852"/>
                </a:cubicBezTo>
                <a:lnTo>
                  <a:pt x="5953" y="163711"/>
                </a:lnTo>
                <a:cubicBezTo>
                  <a:pt x="5953" y="168659"/>
                  <a:pt x="9934" y="172641"/>
                  <a:pt x="14883" y="172641"/>
                </a:cubicBezTo>
                <a:lnTo>
                  <a:pt x="32742" y="172641"/>
                </a:lnTo>
                <a:cubicBezTo>
                  <a:pt x="37691" y="172641"/>
                  <a:pt x="41672" y="168659"/>
                  <a:pt x="41672" y="163711"/>
                </a:cubicBezTo>
                <a:lnTo>
                  <a:pt x="41672" y="145852"/>
                </a:lnTo>
                <a:cubicBezTo>
                  <a:pt x="41672" y="140903"/>
                  <a:pt x="37691" y="136922"/>
                  <a:pt x="32742" y="136922"/>
                </a:cubicBezTo>
                <a:lnTo>
                  <a:pt x="14883" y="136922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19" name="Text 17"/>
          <p:cNvSpPr/>
          <p:nvPr/>
        </p:nvSpPr>
        <p:spPr>
          <a:xfrm>
            <a:off x="4361340" y="3339701"/>
            <a:ext cx="97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 /tasks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09024" y="3720431"/>
            <a:ext cx="30670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Récupérer toutes les tâches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09024" y="4209806"/>
            <a:ext cx="2990850" cy="381000"/>
          </a:xfrm>
          <a:custGeom>
            <a:avLst/>
            <a:gdLst/>
            <a:ahLst/>
            <a:cxnLst/>
            <a:rect l="l" t="t" r="r" b="b"/>
            <a:pathLst>
              <a:path w="2990850" h="381000">
                <a:moveTo>
                  <a:pt x="38100" y="0"/>
                </a:moveTo>
                <a:lnTo>
                  <a:pt x="2952750" y="0"/>
                </a:lnTo>
                <a:cubicBezTo>
                  <a:pt x="2973778" y="0"/>
                  <a:pt x="2990850" y="17072"/>
                  <a:pt x="2990850" y="38100"/>
                </a:cubicBezTo>
                <a:lnTo>
                  <a:pt x="2990850" y="342900"/>
                </a:lnTo>
                <a:cubicBezTo>
                  <a:pt x="2990850" y="363928"/>
                  <a:pt x="2973778" y="381000"/>
                  <a:pt x="2952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117"/>
          </a:solidFill>
        </p:spPr>
      </p:sp>
      <p:sp>
        <p:nvSpPr>
          <p:cNvPr id="22" name="Text 20"/>
          <p:cNvSpPr/>
          <p:nvPr/>
        </p:nvSpPr>
        <p:spPr>
          <a:xfrm>
            <a:off x="4085197" y="4337933"/>
            <a:ext cx="2226036" cy="155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[{"id": 1, "title": "..."}]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5330" y="4908349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5817" y="51030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468" y="8074"/>
                </a:moveTo>
                <a:cubicBezTo>
                  <a:pt x="167320" y="-74"/>
                  <a:pt x="154149" y="-74"/>
                  <a:pt x="146000" y="8074"/>
                </a:cubicBezTo>
                <a:lnTo>
                  <a:pt x="136922" y="17152"/>
                </a:lnTo>
                <a:lnTo>
                  <a:pt x="173348" y="53578"/>
                </a:lnTo>
                <a:lnTo>
                  <a:pt x="182426" y="44500"/>
                </a:lnTo>
                <a:cubicBezTo>
                  <a:pt x="190574" y="36351"/>
                  <a:pt x="190574" y="23180"/>
                  <a:pt x="182426" y="15032"/>
                </a:cubicBezTo>
                <a:lnTo>
                  <a:pt x="175468" y="8074"/>
                </a:lnTo>
                <a:close/>
                <a:moveTo>
                  <a:pt x="64145" y="89929"/>
                </a:moveTo>
                <a:cubicBezTo>
                  <a:pt x="61875" y="92199"/>
                  <a:pt x="60127" y="94990"/>
                  <a:pt x="59122" y="98078"/>
                </a:cubicBezTo>
                <a:lnTo>
                  <a:pt x="48109" y="131118"/>
                </a:lnTo>
                <a:cubicBezTo>
                  <a:pt x="47030" y="134317"/>
                  <a:pt x="47885" y="137852"/>
                  <a:pt x="50267" y="140271"/>
                </a:cubicBezTo>
                <a:cubicBezTo>
                  <a:pt x="52648" y="142689"/>
                  <a:pt x="56183" y="143508"/>
                  <a:pt x="59420" y="142429"/>
                </a:cubicBezTo>
                <a:lnTo>
                  <a:pt x="92459" y="131415"/>
                </a:lnTo>
                <a:cubicBezTo>
                  <a:pt x="95510" y="130411"/>
                  <a:pt x="98301" y="128662"/>
                  <a:pt x="100608" y="126392"/>
                </a:cubicBezTo>
                <a:lnTo>
                  <a:pt x="160734" y="66191"/>
                </a:lnTo>
                <a:lnTo>
                  <a:pt x="124309" y="29766"/>
                </a:lnTo>
                <a:lnTo>
                  <a:pt x="64145" y="89929"/>
                </a:lnTo>
                <a:close/>
                <a:moveTo>
                  <a:pt x="35719" y="23812"/>
                </a:moveTo>
                <a:cubicBezTo>
                  <a:pt x="15999" y="23812"/>
                  <a:pt x="0" y="39812"/>
                  <a:pt x="0" y="59531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119063"/>
                </a:lnTo>
                <a:cubicBezTo>
                  <a:pt x="166688" y="112477"/>
                  <a:pt x="161367" y="107156"/>
                  <a:pt x="154781" y="107156"/>
                </a:cubicBezTo>
                <a:cubicBezTo>
                  <a:pt x="148196" y="107156"/>
                  <a:pt x="142875" y="112477"/>
                  <a:pt x="142875" y="119063"/>
                </a:cubicBezTo>
                <a:lnTo>
                  <a:pt x="142875" y="154781"/>
                </a:ln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cubicBezTo>
                  <a:pt x="29133" y="166688"/>
                  <a:pt x="23812" y="161367"/>
                  <a:pt x="23812" y="154781"/>
                </a:cubicBezTo>
                <a:lnTo>
                  <a:pt x="23812" y="59531"/>
                </a:lnTo>
                <a:cubicBezTo>
                  <a:pt x="23812" y="52946"/>
                  <a:pt x="29133" y="47625"/>
                  <a:pt x="35719" y="47625"/>
                </a:cubicBezTo>
                <a:lnTo>
                  <a:pt x="71438" y="47625"/>
                </a:lnTo>
                <a:cubicBezTo>
                  <a:pt x="78023" y="47625"/>
                  <a:pt x="83344" y="42304"/>
                  <a:pt x="83344" y="35719"/>
                </a:cubicBezTo>
                <a:cubicBezTo>
                  <a:pt x="83344" y="29133"/>
                  <a:pt x="78023" y="23812"/>
                  <a:pt x="71438" y="23812"/>
                </a:cubicBezTo>
                <a:lnTo>
                  <a:pt x="35719" y="23812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25" name="Text 23"/>
          <p:cNvSpPr/>
          <p:nvPr/>
        </p:nvSpPr>
        <p:spPr>
          <a:xfrm>
            <a:off x="894322" y="5065028"/>
            <a:ext cx="1362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PUT /tasks/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2005" y="5445754"/>
            <a:ext cx="30670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Mettre à jour une tâche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2005" y="5935128"/>
            <a:ext cx="2990850" cy="381000"/>
          </a:xfrm>
          <a:custGeom>
            <a:avLst/>
            <a:gdLst/>
            <a:ahLst/>
            <a:cxnLst/>
            <a:rect l="l" t="t" r="r" b="b"/>
            <a:pathLst>
              <a:path w="2990850" h="381000">
                <a:moveTo>
                  <a:pt x="38100" y="0"/>
                </a:moveTo>
                <a:lnTo>
                  <a:pt x="2952750" y="0"/>
                </a:lnTo>
                <a:cubicBezTo>
                  <a:pt x="2973778" y="0"/>
                  <a:pt x="2990850" y="17072"/>
                  <a:pt x="2990850" y="38100"/>
                </a:cubicBezTo>
                <a:lnTo>
                  <a:pt x="2990850" y="342900"/>
                </a:lnTo>
                <a:cubicBezTo>
                  <a:pt x="2990850" y="363928"/>
                  <a:pt x="2973778" y="381000"/>
                  <a:pt x="2952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117"/>
          </a:solidFill>
        </p:spPr>
      </p:sp>
      <p:sp>
        <p:nvSpPr>
          <p:cNvPr id="28" name="Text 26"/>
          <p:cNvSpPr/>
          <p:nvPr/>
        </p:nvSpPr>
        <p:spPr>
          <a:xfrm>
            <a:off x="618178" y="6063255"/>
            <a:ext cx="1666171" cy="155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{"title": "Modifié"}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52348" y="4908349"/>
            <a:ext cx="3304309" cy="1561234"/>
          </a:xfrm>
          <a:custGeom>
            <a:avLst/>
            <a:gdLst/>
            <a:ahLst/>
            <a:cxnLst/>
            <a:rect l="l" t="t" r="r" b="b"/>
            <a:pathLst>
              <a:path w="3304309" h="1561234">
                <a:moveTo>
                  <a:pt x="114298" y="0"/>
                </a:moveTo>
                <a:lnTo>
                  <a:pt x="3190011" y="0"/>
                </a:lnTo>
                <a:cubicBezTo>
                  <a:pt x="3253136" y="0"/>
                  <a:pt x="3304309" y="51173"/>
                  <a:pt x="3304309" y="114298"/>
                </a:cubicBezTo>
                <a:lnTo>
                  <a:pt x="3304309" y="1446936"/>
                </a:lnTo>
                <a:cubicBezTo>
                  <a:pt x="3304309" y="1510061"/>
                  <a:pt x="3253136" y="1561234"/>
                  <a:pt x="3190011" y="1561234"/>
                </a:cubicBezTo>
                <a:lnTo>
                  <a:pt x="114298" y="1561234"/>
                </a:lnTo>
                <a:cubicBezTo>
                  <a:pt x="51173" y="1561234"/>
                  <a:pt x="0" y="1510061"/>
                  <a:pt x="0" y="1446936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44742" y="510304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0862" y="2195"/>
                </a:moveTo>
                <a:lnTo>
                  <a:pt x="47625" y="11906"/>
                </a:lnTo>
                <a:lnTo>
                  <a:pt x="11906" y="11906"/>
                </a:lnTo>
                <a:cubicBezTo>
                  <a:pt x="5321" y="11906"/>
                  <a:pt x="0" y="17227"/>
                  <a:pt x="0" y="23812"/>
                </a:cubicBezTo>
                <a:cubicBezTo>
                  <a:pt x="0" y="30398"/>
                  <a:pt x="5321" y="35719"/>
                  <a:pt x="11906" y="35719"/>
                </a:cubicBezTo>
                <a:lnTo>
                  <a:pt x="154781" y="35719"/>
                </a:lnTo>
                <a:cubicBezTo>
                  <a:pt x="161367" y="35719"/>
                  <a:pt x="166688" y="30398"/>
                  <a:pt x="166688" y="23812"/>
                </a:cubicBezTo>
                <a:cubicBezTo>
                  <a:pt x="166688" y="17227"/>
                  <a:pt x="161367" y="11906"/>
                  <a:pt x="154781" y="11906"/>
                </a:cubicBezTo>
                <a:lnTo>
                  <a:pt x="119063" y="11906"/>
                </a:lnTo>
                <a:lnTo>
                  <a:pt x="115825" y="2195"/>
                </a:lnTo>
                <a:cubicBezTo>
                  <a:pt x="114188" y="-2679"/>
                  <a:pt x="109649" y="-5953"/>
                  <a:pt x="104515" y="-5953"/>
                </a:cubicBezTo>
                <a:lnTo>
                  <a:pt x="62173" y="-5953"/>
                </a:lnTo>
                <a:cubicBezTo>
                  <a:pt x="57038" y="-5953"/>
                  <a:pt x="52499" y="-2679"/>
                  <a:pt x="50862" y="2195"/>
                </a:cubicBezTo>
                <a:close/>
                <a:moveTo>
                  <a:pt x="154781" y="53578"/>
                </a:moveTo>
                <a:lnTo>
                  <a:pt x="11906" y="53578"/>
                </a:lnTo>
                <a:lnTo>
                  <a:pt x="19757" y="173794"/>
                </a:lnTo>
                <a:cubicBezTo>
                  <a:pt x="20352" y="183207"/>
                  <a:pt x="28166" y="190500"/>
                  <a:pt x="37579" y="190500"/>
                </a:cubicBezTo>
                <a:lnTo>
                  <a:pt x="129108" y="190500"/>
                </a:lnTo>
                <a:cubicBezTo>
                  <a:pt x="138522" y="190500"/>
                  <a:pt x="146335" y="183207"/>
                  <a:pt x="146931" y="173794"/>
                </a:cubicBezTo>
                <a:lnTo>
                  <a:pt x="154781" y="53578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31" name="Text 29"/>
          <p:cNvSpPr/>
          <p:nvPr/>
        </p:nvSpPr>
        <p:spPr>
          <a:xfrm>
            <a:off x="4361340" y="5065028"/>
            <a:ext cx="1695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DELETE /tasks/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009024" y="5445754"/>
            <a:ext cx="3067050" cy="3714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Supprimer une tâche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9024" y="5935128"/>
            <a:ext cx="2990850" cy="381000"/>
          </a:xfrm>
          <a:custGeom>
            <a:avLst/>
            <a:gdLst/>
            <a:ahLst/>
            <a:cxnLst/>
            <a:rect l="l" t="t" r="r" b="b"/>
            <a:pathLst>
              <a:path w="2990850" h="381000">
                <a:moveTo>
                  <a:pt x="38100" y="0"/>
                </a:moveTo>
                <a:lnTo>
                  <a:pt x="2952750" y="0"/>
                </a:lnTo>
                <a:cubicBezTo>
                  <a:pt x="2973778" y="0"/>
                  <a:pt x="2990850" y="17072"/>
                  <a:pt x="2990850" y="38100"/>
                </a:cubicBezTo>
                <a:lnTo>
                  <a:pt x="2990850" y="342900"/>
                </a:lnTo>
                <a:cubicBezTo>
                  <a:pt x="2990850" y="363928"/>
                  <a:pt x="2973778" y="381000"/>
                  <a:pt x="29527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D1117"/>
          </a:solidFill>
        </p:spPr>
      </p:sp>
      <p:sp>
        <p:nvSpPr>
          <p:cNvPr id="34" name="Text 32"/>
          <p:cNvSpPr/>
          <p:nvPr/>
        </p:nvSpPr>
        <p:spPr>
          <a:xfrm>
            <a:off x="4085197" y="6063255"/>
            <a:ext cx="1186404" cy="1558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204 No Content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357521" y="1451750"/>
            <a:ext cx="4447309" cy="3809134"/>
          </a:xfrm>
          <a:custGeom>
            <a:avLst/>
            <a:gdLst/>
            <a:ahLst/>
            <a:cxnLst/>
            <a:rect l="l" t="t" r="r" b="b"/>
            <a:pathLst>
              <a:path w="4447309" h="3809134">
                <a:moveTo>
                  <a:pt x="114312" y="0"/>
                </a:moveTo>
                <a:lnTo>
                  <a:pt x="4332997" y="0"/>
                </a:lnTo>
                <a:cubicBezTo>
                  <a:pt x="4396130" y="0"/>
                  <a:pt x="4447309" y="51179"/>
                  <a:pt x="4447309" y="114312"/>
                </a:cubicBezTo>
                <a:lnTo>
                  <a:pt x="4447309" y="3694822"/>
                </a:lnTo>
                <a:cubicBezTo>
                  <a:pt x="4447309" y="3757955"/>
                  <a:pt x="4396130" y="3809134"/>
                  <a:pt x="4332997" y="3809134"/>
                </a:cubicBezTo>
                <a:lnTo>
                  <a:pt x="114312" y="3809134"/>
                </a:lnTo>
                <a:cubicBezTo>
                  <a:pt x="51179" y="3809134"/>
                  <a:pt x="0" y="3757955"/>
                  <a:pt x="0" y="3694822"/>
                </a:cubicBezTo>
                <a:lnTo>
                  <a:pt x="0" y="114312"/>
                </a:lnTo>
                <a:cubicBezTo>
                  <a:pt x="0" y="51179"/>
                  <a:pt x="51179" y="0"/>
                  <a:pt x="114312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64257" y="168459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37" name="Text 35"/>
          <p:cNvSpPr/>
          <p:nvPr/>
        </p:nvSpPr>
        <p:spPr>
          <a:xfrm>
            <a:off x="7790476" y="1646581"/>
            <a:ext cx="3914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Stack Technique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56680" y="2069929"/>
            <a:ext cx="4047259" cy="656359"/>
          </a:xfrm>
          <a:custGeom>
            <a:avLst/>
            <a:gdLst/>
            <a:ahLst/>
            <a:cxnLst/>
            <a:rect l="l" t="t" r="r" b="b"/>
            <a:pathLst>
              <a:path w="4047259" h="656359">
                <a:moveTo>
                  <a:pt x="76197" y="0"/>
                </a:moveTo>
                <a:lnTo>
                  <a:pt x="3971062" y="0"/>
                </a:lnTo>
                <a:cubicBezTo>
                  <a:pt x="4013145" y="0"/>
                  <a:pt x="4047259" y="34114"/>
                  <a:pt x="4047259" y="76197"/>
                </a:cubicBezTo>
                <a:lnTo>
                  <a:pt x="4047259" y="580162"/>
                </a:lnTo>
                <a:cubicBezTo>
                  <a:pt x="4047259" y="622245"/>
                  <a:pt x="4013145" y="656359"/>
                  <a:pt x="3971062" y="656359"/>
                </a:cubicBezTo>
                <a:lnTo>
                  <a:pt x="76197" y="656359"/>
                </a:lnTo>
                <a:cubicBezTo>
                  <a:pt x="34114" y="656359"/>
                  <a:pt x="0" y="622245"/>
                  <a:pt x="0" y="580162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75201" y="22073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7782358" y="23026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41" name="Text 39"/>
          <p:cNvSpPr/>
          <p:nvPr/>
        </p:nvSpPr>
        <p:spPr>
          <a:xfrm>
            <a:off x="8170393" y="2188450"/>
            <a:ext cx="1123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Python 3.9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70393" y="2416969"/>
            <a:ext cx="1114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Langage principal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56680" y="2848842"/>
            <a:ext cx="4047259" cy="656359"/>
          </a:xfrm>
          <a:custGeom>
            <a:avLst/>
            <a:gdLst/>
            <a:ahLst/>
            <a:cxnLst/>
            <a:rect l="l" t="t" r="r" b="b"/>
            <a:pathLst>
              <a:path w="4047259" h="656359">
                <a:moveTo>
                  <a:pt x="76197" y="0"/>
                </a:moveTo>
                <a:lnTo>
                  <a:pt x="3971062" y="0"/>
                </a:lnTo>
                <a:cubicBezTo>
                  <a:pt x="4013145" y="0"/>
                  <a:pt x="4047259" y="34114"/>
                  <a:pt x="4047259" y="76197"/>
                </a:cubicBezTo>
                <a:lnTo>
                  <a:pt x="4047259" y="580162"/>
                </a:lnTo>
                <a:cubicBezTo>
                  <a:pt x="4047259" y="622245"/>
                  <a:pt x="4013145" y="656359"/>
                  <a:pt x="3971062" y="656359"/>
                </a:cubicBezTo>
                <a:lnTo>
                  <a:pt x="76197" y="656359"/>
                </a:lnTo>
                <a:cubicBezTo>
                  <a:pt x="34114" y="656359"/>
                  <a:pt x="0" y="622245"/>
                  <a:pt x="0" y="580162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75201" y="298630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7782358" y="308155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6" name="Text 44"/>
          <p:cNvSpPr/>
          <p:nvPr/>
        </p:nvSpPr>
        <p:spPr>
          <a:xfrm>
            <a:off x="8170393" y="2967361"/>
            <a:ext cx="1028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Flask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70393" y="3195882"/>
            <a:ext cx="1019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Framework web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56680" y="3627753"/>
            <a:ext cx="4047259" cy="656359"/>
          </a:xfrm>
          <a:custGeom>
            <a:avLst/>
            <a:gdLst/>
            <a:ahLst/>
            <a:cxnLst/>
            <a:rect l="l" t="t" r="r" b="b"/>
            <a:pathLst>
              <a:path w="4047259" h="656359">
                <a:moveTo>
                  <a:pt x="76197" y="0"/>
                </a:moveTo>
                <a:lnTo>
                  <a:pt x="3971062" y="0"/>
                </a:lnTo>
                <a:cubicBezTo>
                  <a:pt x="4013145" y="0"/>
                  <a:pt x="4047259" y="34114"/>
                  <a:pt x="4047259" y="76197"/>
                </a:cubicBezTo>
                <a:lnTo>
                  <a:pt x="4047259" y="580162"/>
                </a:lnTo>
                <a:cubicBezTo>
                  <a:pt x="4047259" y="622245"/>
                  <a:pt x="4013145" y="656359"/>
                  <a:pt x="3971062" y="656359"/>
                </a:cubicBezTo>
                <a:lnTo>
                  <a:pt x="76197" y="656359"/>
                </a:lnTo>
                <a:cubicBezTo>
                  <a:pt x="34114" y="656359"/>
                  <a:pt x="0" y="622245"/>
                  <a:pt x="0" y="580162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75201" y="376521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7782358" y="3860464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51" name="Text 49"/>
          <p:cNvSpPr/>
          <p:nvPr/>
        </p:nvSpPr>
        <p:spPr>
          <a:xfrm>
            <a:off x="8170393" y="3746276"/>
            <a:ext cx="933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Gunicorn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170393" y="3974792"/>
            <a:ext cx="923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Serveur WSGI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556680" y="4406663"/>
            <a:ext cx="4047259" cy="656359"/>
          </a:xfrm>
          <a:custGeom>
            <a:avLst/>
            <a:gdLst/>
            <a:ahLst/>
            <a:cxnLst/>
            <a:rect l="l" t="t" r="r" b="b"/>
            <a:pathLst>
              <a:path w="4047259" h="656359">
                <a:moveTo>
                  <a:pt x="76197" y="0"/>
                </a:moveTo>
                <a:lnTo>
                  <a:pt x="3971062" y="0"/>
                </a:lnTo>
                <a:cubicBezTo>
                  <a:pt x="4013145" y="0"/>
                  <a:pt x="4047259" y="34114"/>
                  <a:pt x="4047259" y="76197"/>
                </a:cubicBezTo>
                <a:lnTo>
                  <a:pt x="4047259" y="580162"/>
                </a:lnTo>
                <a:cubicBezTo>
                  <a:pt x="4047259" y="622245"/>
                  <a:pt x="4013145" y="656359"/>
                  <a:pt x="3971062" y="656359"/>
                </a:cubicBezTo>
                <a:lnTo>
                  <a:pt x="76197" y="656359"/>
                </a:lnTo>
                <a:cubicBezTo>
                  <a:pt x="34114" y="656359"/>
                  <a:pt x="0" y="622245"/>
                  <a:pt x="0" y="580162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75201" y="454413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55" name="Shape 53"/>
          <p:cNvSpPr/>
          <p:nvPr/>
        </p:nvSpPr>
        <p:spPr>
          <a:xfrm>
            <a:off x="7770451" y="46393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40146"/>
                </a:moveTo>
                <a:lnTo>
                  <a:pt x="89669" y="32407"/>
                </a:lnTo>
                <a:cubicBezTo>
                  <a:pt x="80367" y="19534"/>
                  <a:pt x="65447" y="11906"/>
                  <a:pt x="49523" y="11906"/>
                </a:cubicBezTo>
                <a:cubicBezTo>
                  <a:pt x="22175" y="11906"/>
                  <a:pt x="0" y="34082"/>
                  <a:pt x="0" y="61429"/>
                </a:cubicBezTo>
                <a:lnTo>
                  <a:pt x="0" y="62396"/>
                </a:lnTo>
                <a:cubicBezTo>
                  <a:pt x="0" y="71177"/>
                  <a:pt x="2307" y="80256"/>
                  <a:pt x="6176" y="89297"/>
                </a:cubicBezTo>
                <a:lnTo>
                  <a:pt x="45616" y="89297"/>
                </a:lnTo>
                <a:cubicBezTo>
                  <a:pt x="46806" y="89297"/>
                  <a:pt x="47885" y="88590"/>
                  <a:pt x="48369" y="87474"/>
                </a:cubicBezTo>
                <a:lnTo>
                  <a:pt x="60201" y="59085"/>
                </a:lnTo>
                <a:cubicBezTo>
                  <a:pt x="61578" y="55811"/>
                  <a:pt x="64777" y="53653"/>
                  <a:pt x="68312" y="53578"/>
                </a:cubicBezTo>
                <a:cubicBezTo>
                  <a:pt x="71847" y="53504"/>
                  <a:pt x="75121" y="55587"/>
                  <a:pt x="76572" y="58824"/>
                </a:cubicBezTo>
                <a:lnTo>
                  <a:pt x="95659" y="101203"/>
                </a:lnTo>
                <a:lnTo>
                  <a:pt x="111063" y="70396"/>
                </a:lnTo>
                <a:cubicBezTo>
                  <a:pt x="112588" y="67382"/>
                  <a:pt x="115677" y="65447"/>
                  <a:pt x="119063" y="65447"/>
                </a:cubicBezTo>
                <a:cubicBezTo>
                  <a:pt x="122448" y="65447"/>
                  <a:pt x="125537" y="67345"/>
                  <a:pt x="127062" y="70396"/>
                </a:cubicBezTo>
                <a:lnTo>
                  <a:pt x="135694" y="87623"/>
                </a:lnTo>
                <a:cubicBezTo>
                  <a:pt x="136215" y="88627"/>
                  <a:pt x="137220" y="89260"/>
                  <a:pt x="138373" y="89260"/>
                </a:cubicBezTo>
                <a:lnTo>
                  <a:pt x="184361" y="89260"/>
                </a:lnTo>
                <a:cubicBezTo>
                  <a:pt x="188268" y="80218"/>
                  <a:pt x="190537" y="71140"/>
                  <a:pt x="190537" y="62359"/>
                </a:cubicBezTo>
                <a:lnTo>
                  <a:pt x="190537" y="61392"/>
                </a:lnTo>
                <a:cubicBezTo>
                  <a:pt x="190500" y="34082"/>
                  <a:pt x="168325" y="11906"/>
                  <a:pt x="140977" y="11906"/>
                </a:cubicBezTo>
                <a:cubicBezTo>
                  <a:pt x="125090" y="11906"/>
                  <a:pt x="110133" y="19534"/>
                  <a:pt x="100831" y="32407"/>
                </a:cubicBezTo>
                <a:lnTo>
                  <a:pt x="95250" y="40109"/>
                </a:lnTo>
                <a:close/>
                <a:moveTo>
                  <a:pt x="174724" y="107156"/>
                </a:moveTo>
                <a:lnTo>
                  <a:pt x="138336" y="107156"/>
                </a:lnTo>
                <a:cubicBezTo>
                  <a:pt x="130448" y="107156"/>
                  <a:pt x="123230" y="102691"/>
                  <a:pt x="119695" y="95622"/>
                </a:cubicBezTo>
                <a:lnTo>
                  <a:pt x="119063" y="94357"/>
                </a:lnTo>
                <a:lnTo>
                  <a:pt x="103250" y="126020"/>
                </a:lnTo>
                <a:cubicBezTo>
                  <a:pt x="101724" y="129108"/>
                  <a:pt x="98524" y="131043"/>
                  <a:pt x="95064" y="130969"/>
                </a:cubicBezTo>
                <a:cubicBezTo>
                  <a:pt x="91604" y="130894"/>
                  <a:pt x="88516" y="128848"/>
                  <a:pt x="87102" y="125723"/>
                </a:cubicBezTo>
                <a:lnTo>
                  <a:pt x="68759" y="84981"/>
                </a:lnTo>
                <a:lnTo>
                  <a:pt x="64852" y="94357"/>
                </a:lnTo>
                <a:cubicBezTo>
                  <a:pt x="61615" y="102133"/>
                  <a:pt x="54025" y="107193"/>
                  <a:pt x="45616" y="107193"/>
                </a:cubicBezTo>
                <a:lnTo>
                  <a:pt x="15776" y="107193"/>
                </a:lnTo>
                <a:cubicBezTo>
                  <a:pt x="33338" y="134652"/>
                  <a:pt x="61540" y="159916"/>
                  <a:pt x="79177" y="173385"/>
                </a:cubicBezTo>
                <a:cubicBezTo>
                  <a:pt x="83790" y="176882"/>
                  <a:pt x="89446" y="178631"/>
                  <a:pt x="95213" y="178631"/>
                </a:cubicBezTo>
                <a:cubicBezTo>
                  <a:pt x="100980" y="178631"/>
                  <a:pt x="106673" y="176919"/>
                  <a:pt x="111249" y="173385"/>
                </a:cubicBezTo>
                <a:cubicBezTo>
                  <a:pt x="128960" y="159879"/>
                  <a:pt x="157163" y="134615"/>
                  <a:pt x="174724" y="107156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56" name="Text 54"/>
          <p:cNvSpPr/>
          <p:nvPr/>
        </p:nvSpPr>
        <p:spPr>
          <a:xfrm>
            <a:off x="8170393" y="4525187"/>
            <a:ext cx="1038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Health Check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70393" y="4753708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GET /health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357521" y="5422890"/>
            <a:ext cx="4447309" cy="846859"/>
          </a:xfrm>
          <a:custGeom>
            <a:avLst/>
            <a:gdLst/>
            <a:ahLst/>
            <a:cxnLst/>
            <a:rect l="l" t="t" r="r" b="b"/>
            <a:pathLst>
              <a:path w="4447309" h="846859">
                <a:moveTo>
                  <a:pt x="114301" y="0"/>
                </a:moveTo>
                <a:lnTo>
                  <a:pt x="4333009" y="0"/>
                </a:lnTo>
                <a:cubicBezTo>
                  <a:pt x="4396135" y="0"/>
                  <a:pt x="4447309" y="51174"/>
                  <a:pt x="4447309" y="114301"/>
                </a:cubicBezTo>
                <a:lnTo>
                  <a:pt x="4447309" y="732559"/>
                </a:lnTo>
                <a:cubicBezTo>
                  <a:pt x="4447309" y="795685"/>
                  <a:pt x="4396135" y="846859"/>
                  <a:pt x="4333009" y="846859"/>
                </a:cubicBezTo>
                <a:lnTo>
                  <a:pt x="114301" y="846859"/>
                </a:lnTo>
                <a:cubicBezTo>
                  <a:pt x="51174" y="846859"/>
                  <a:pt x="0" y="795685"/>
                  <a:pt x="0" y="73255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238636">
                  <a:alpha val="20000"/>
                </a:srgbClr>
              </a:gs>
            </a:gsLst>
            <a:lin ang="0" scaled="1"/>
          </a:gra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42772" y="573177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57163"/>
                </a:lnTo>
                <a:cubicBezTo>
                  <a:pt x="0" y="172923"/>
                  <a:pt x="12814" y="185738"/>
                  <a:pt x="28575" y="185738"/>
                </a:cubicBezTo>
                <a:lnTo>
                  <a:pt x="92869" y="185738"/>
                </a:lnTo>
                <a:lnTo>
                  <a:pt x="85725" y="207169"/>
                </a:lnTo>
                <a:lnTo>
                  <a:pt x="53578" y="207169"/>
                </a:lnTo>
                <a:cubicBezTo>
                  <a:pt x="47640" y="207169"/>
                  <a:pt x="42863" y="211946"/>
                  <a:pt x="42863" y="217884"/>
                </a:cubicBezTo>
                <a:cubicBezTo>
                  <a:pt x="42863" y="223823"/>
                  <a:pt x="47640" y="228600"/>
                  <a:pt x="53578" y="228600"/>
                </a:cubicBezTo>
                <a:lnTo>
                  <a:pt x="175022" y="228600"/>
                </a:lnTo>
                <a:cubicBezTo>
                  <a:pt x="180960" y="228600"/>
                  <a:pt x="185738" y="223823"/>
                  <a:pt x="185738" y="217884"/>
                </a:cubicBezTo>
                <a:cubicBezTo>
                  <a:pt x="185738" y="211946"/>
                  <a:pt x="180960" y="207169"/>
                  <a:pt x="175022" y="207169"/>
                </a:cubicBezTo>
                <a:lnTo>
                  <a:pt x="142875" y="207169"/>
                </a:lnTo>
                <a:lnTo>
                  <a:pt x="135731" y="185738"/>
                </a:lnTo>
                <a:lnTo>
                  <a:pt x="200025" y="185738"/>
                </a:lnTo>
                <a:cubicBezTo>
                  <a:pt x="215786" y="185738"/>
                  <a:pt x="228600" y="172923"/>
                  <a:pt x="228600" y="157163"/>
                </a:cubicBezTo>
                <a:lnTo>
                  <a:pt x="228600" y="42863"/>
                </a:lnTo>
                <a:cubicBezTo>
                  <a:pt x="228600" y="27102"/>
                  <a:pt x="215786" y="14288"/>
                  <a:pt x="200025" y="14288"/>
                </a:cubicBezTo>
                <a:lnTo>
                  <a:pt x="28575" y="14288"/>
                </a:lnTo>
                <a:close/>
                <a:moveTo>
                  <a:pt x="42863" y="42863"/>
                </a:move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28588"/>
                </a:lnTo>
                <a:cubicBezTo>
                  <a:pt x="200025" y="136490"/>
                  <a:pt x="193640" y="142875"/>
                  <a:pt x="185738" y="142875"/>
                </a:cubicBezTo>
                <a:lnTo>
                  <a:pt x="42863" y="142875"/>
                </a:lnTo>
                <a:cubicBezTo>
                  <a:pt x="34960" y="142875"/>
                  <a:pt x="28575" y="136490"/>
                  <a:pt x="28575" y="128588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60" name="Text 58"/>
          <p:cNvSpPr/>
          <p:nvPr/>
        </p:nvSpPr>
        <p:spPr>
          <a:xfrm>
            <a:off x="7914138" y="5579564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Interface Web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914138" y="5884122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Templates HTML/CSS/JS inclus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CONTENEURISATION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411"/>
            <a:ext cx="117475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Docker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548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5" name="Shape 3"/>
          <p:cNvSpPr/>
          <p:nvPr/>
        </p:nvSpPr>
        <p:spPr>
          <a:xfrm>
            <a:off x="321108" y="1209794"/>
            <a:ext cx="5690466" cy="1308966"/>
          </a:xfrm>
          <a:custGeom>
            <a:avLst/>
            <a:gdLst/>
            <a:ahLst/>
            <a:cxnLst/>
            <a:rect l="l" t="t" r="r" b="b"/>
            <a:pathLst>
              <a:path w="5690466" h="1308966">
                <a:moveTo>
                  <a:pt x="95253" y="0"/>
                </a:moveTo>
                <a:lnTo>
                  <a:pt x="5595212" y="0"/>
                </a:lnTo>
                <a:cubicBezTo>
                  <a:pt x="5647819" y="0"/>
                  <a:pt x="5690466" y="42646"/>
                  <a:pt x="5690466" y="95253"/>
                </a:cubicBezTo>
                <a:lnTo>
                  <a:pt x="5690466" y="1213712"/>
                </a:lnTo>
                <a:cubicBezTo>
                  <a:pt x="5690466" y="1266319"/>
                  <a:pt x="5647819" y="1308966"/>
                  <a:pt x="5595212" y="1308966"/>
                </a:cubicBezTo>
                <a:lnTo>
                  <a:pt x="95253" y="1308966"/>
                </a:lnTo>
                <a:cubicBezTo>
                  <a:pt x="42646" y="1308966"/>
                  <a:pt x="0" y="1266319"/>
                  <a:pt x="0" y="1213712"/>
                </a:cubicBezTo>
                <a:lnTo>
                  <a:pt x="0" y="95253"/>
                </a:lnTo>
                <a:cubicBezTo>
                  <a:pt x="0" y="42682"/>
                  <a:pt x="42682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78166">
                  <a:alpha val="20000"/>
                </a:srgbClr>
              </a:gs>
              <a:gs pos="100000">
                <a:srgbClr val="F78166">
                  <a:alpha val="5000"/>
                </a:srgbClr>
              </a:gs>
            </a:gsLst>
            <a:lin ang="2700000" scaled="1"/>
          </a:gradFill>
          <a:ln w="11545">
            <a:solidFill>
              <a:srgbClr val="F7816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3466" y="137215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78166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558850" y="1475317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62734" y="109900"/>
                </a:moveTo>
                <a:lnTo>
                  <a:pt x="131992" y="109900"/>
                </a:lnTo>
                <a:lnTo>
                  <a:pt x="131992" y="82274"/>
                </a:lnTo>
                <a:lnTo>
                  <a:pt x="162734" y="82274"/>
                </a:lnTo>
                <a:lnTo>
                  <a:pt x="162734" y="109900"/>
                </a:lnTo>
                <a:close/>
                <a:moveTo>
                  <a:pt x="162734" y="14883"/>
                </a:moveTo>
                <a:lnTo>
                  <a:pt x="131992" y="14883"/>
                </a:lnTo>
                <a:lnTo>
                  <a:pt x="131992" y="43114"/>
                </a:lnTo>
                <a:lnTo>
                  <a:pt x="162734" y="43114"/>
                </a:lnTo>
                <a:lnTo>
                  <a:pt x="162734" y="14883"/>
                </a:lnTo>
                <a:close/>
                <a:moveTo>
                  <a:pt x="199104" y="82228"/>
                </a:moveTo>
                <a:lnTo>
                  <a:pt x="168362" y="82228"/>
                </a:lnTo>
                <a:lnTo>
                  <a:pt x="168362" y="109854"/>
                </a:lnTo>
                <a:lnTo>
                  <a:pt x="199104" y="109854"/>
                </a:lnTo>
                <a:lnTo>
                  <a:pt x="199104" y="82228"/>
                </a:lnTo>
                <a:close/>
                <a:moveTo>
                  <a:pt x="126411" y="48695"/>
                </a:moveTo>
                <a:lnTo>
                  <a:pt x="95669" y="48695"/>
                </a:lnTo>
                <a:lnTo>
                  <a:pt x="95669" y="76646"/>
                </a:lnTo>
                <a:lnTo>
                  <a:pt x="126411" y="76646"/>
                </a:lnTo>
                <a:lnTo>
                  <a:pt x="126411" y="48695"/>
                </a:lnTo>
                <a:close/>
                <a:moveTo>
                  <a:pt x="162734" y="48695"/>
                </a:moveTo>
                <a:lnTo>
                  <a:pt x="131992" y="48695"/>
                </a:lnTo>
                <a:lnTo>
                  <a:pt x="131992" y="76646"/>
                </a:lnTo>
                <a:lnTo>
                  <a:pt x="162734" y="76646"/>
                </a:lnTo>
                <a:lnTo>
                  <a:pt x="162734" y="48695"/>
                </a:lnTo>
                <a:close/>
                <a:moveTo>
                  <a:pt x="291471" y="95203"/>
                </a:moveTo>
                <a:cubicBezTo>
                  <a:pt x="284773" y="90692"/>
                  <a:pt x="269332" y="89064"/>
                  <a:pt x="257473" y="91297"/>
                </a:cubicBezTo>
                <a:cubicBezTo>
                  <a:pt x="255938" y="80135"/>
                  <a:pt x="249706" y="70414"/>
                  <a:pt x="238358" y="61671"/>
                </a:cubicBezTo>
                <a:lnTo>
                  <a:pt x="231846" y="57345"/>
                </a:lnTo>
                <a:lnTo>
                  <a:pt x="227521" y="63857"/>
                </a:lnTo>
                <a:cubicBezTo>
                  <a:pt x="218963" y="76786"/>
                  <a:pt x="216638" y="98087"/>
                  <a:pt x="225800" y="112133"/>
                </a:cubicBezTo>
                <a:cubicBezTo>
                  <a:pt x="221754" y="114319"/>
                  <a:pt x="213801" y="117295"/>
                  <a:pt x="203290" y="117109"/>
                </a:cubicBezTo>
                <a:lnTo>
                  <a:pt x="1116" y="117109"/>
                </a:lnTo>
                <a:cubicBezTo>
                  <a:pt x="-2930" y="140736"/>
                  <a:pt x="3814" y="171431"/>
                  <a:pt x="21580" y="192500"/>
                </a:cubicBezTo>
                <a:cubicBezTo>
                  <a:pt x="38835" y="212917"/>
                  <a:pt x="64694" y="223289"/>
                  <a:pt x="98506" y="223289"/>
                </a:cubicBezTo>
                <a:cubicBezTo>
                  <a:pt x="171710" y="223289"/>
                  <a:pt x="225893" y="189570"/>
                  <a:pt x="251240" y="128318"/>
                </a:cubicBezTo>
                <a:cubicBezTo>
                  <a:pt x="261193" y="128504"/>
                  <a:pt x="282680" y="128364"/>
                  <a:pt x="293703" y="107296"/>
                </a:cubicBezTo>
                <a:cubicBezTo>
                  <a:pt x="294401" y="106133"/>
                  <a:pt x="296773" y="101157"/>
                  <a:pt x="297656" y="99343"/>
                </a:cubicBezTo>
                <a:lnTo>
                  <a:pt x="291471" y="95203"/>
                </a:lnTo>
                <a:close/>
                <a:moveTo>
                  <a:pt x="53764" y="82228"/>
                </a:moveTo>
                <a:lnTo>
                  <a:pt x="23068" y="82228"/>
                </a:lnTo>
                <a:lnTo>
                  <a:pt x="23068" y="109854"/>
                </a:lnTo>
                <a:lnTo>
                  <a:pt x="53811" y="109854"/>
                </a:lnTo>
                <a:lnTo>
                  <a:pt x="53811" y="82228"/>
                </a:lnTo>
                <a:lnTo>
                  <a:pt x="53764" y="82228"/>
                </a:lnTo>
                <a:close/>
                <a:moveTo>
                  <a:pt x="90088" y="82228"/>
                </a:moveTo>
                <a:lnTo>
                  <a:pt x="59345" y="82228"/>
                </a:lnTo>
                <a:lnTo>
                  <a:pt x="59345" y="109854"/>
                </a:lnTo>
                <a:lnTo>
                  <a:pt x="90088" y="109854"/>
                </a:lnTo>
                <a:lnTo>
                  <a:pt x="90088" y="82228"/>
                </a:lnTo>
                <a:close/>
                <a:moveTo>
                  <a:pt x="126411" y="82228"/>
                </a:moveTo>
                <a:lnTo>
                  <a:pt x="95669" y="82228"/>
                </a:lnTo>
                <a:lnTo>
                  <a:pt x="95669" y="109854"/>
                </a:lnTo>
                <a:lnTo>
                  <a:pt x="126411" y="109854"/>
                </a:lnTo>
                <a:lnTo>
                  <a:pt x="126411" y="82228"/>
                </a:lnTo>
                <a:close/>
                <a:moveTo>
                  <a:pt x="90088" y="48695"/>
                </a:moveTo>
                <a:lnTo>
                  <a:pt x="59345" y="48695"/>
                </a:lnTo>
                <a:lnTo>
                  <a:pt x="59345" y="76646"/>
                </a:lnTo>
                <a:lnTo>
                  <a:pt x="90088" y="76646"/>
                </a:lnTo>
                <a:lnTo>
                  <a:pt x="90088" y="48695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8" name="Text 6"/>
          <p:cNvSpPr/>
          <p:nvPr/>
        </p:nvSpPr>
        <p:spPr>
          <a:xfrm>
            <a:off x="1054876" y="1372153"/>
            <a:ext cx="2301875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Packaging d'Application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4876" y="1626176"/>
            <a:ext cx="227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Isolation et portabilité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3466" y="1943560"/>
            <a:ext cx="5429250" cy="412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 </a:t>
            </a:r>
            <a:r>
              <a:rPr lang="en-US" sz="10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package l'application et ses dépendances</a:t>
            </a:r>
            <a:r>
              <a:rPr lang="en-US" sz="10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dans un conteneur isolé. Cela garantit que l'application fonctionne de manière identique dans tous les environnements.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1108" y="2652524"/>
            <a:ext cx="5690466" cy="4126778"/>
          </a:xfrm>
          <a:custGeom>
            <a:avLst/>
            <a:gdLst/>
            <a:ahLst/>
            <a:cxnLst/>
            <a:rect l="l" t="t" r="r" b="b"/>
            <a:pathLst>
              <a:path w="5690466" h="4126778">
                <a:moveTo>
                  <a:pt x="95246" y="0"/>
                </a:moveTo>
                <a:lnTo>
                  <a:pt x="5595220" y="0"/>
                </a:lnTo>
                <a:cubicBezTo>
                  <a:pt x="5647823" y="0"/>
                  <a:pt x="5690466" y="42643"/>
                  <a:pt x="5690466" y="95246"/>
                </a:cubicBezTo>
                <a:lnTo>
                  <a:pt x="5690466" y="4031532"/>
                </a:lnTo>
                <a:cubicBezTo>
                  <a:pt x="5690466" y="4084135"/>
                  <a:pt x="5647823" y="4126778"/>
                  <a:pt x="5595220" y="4126778"/>
                </a:cubicBezTo>
                <a:lnTo>
                  <a:pt x="95246" y="4126778"/>
                </a:lnTo>
                <a:cubicBezTo>
                  <a:pt x="42643" y="4126778"/>
                  <a:pt x="0" y="4084135"/>
                  <a:pt x="0" y="4031532"/>
                </a:cubicBezTo>
                <a:lnTo>
                  <a:pt x="0" y="95246"/>
                </a:lnTo>
                <a:cubicBezTo>
                  <a:pt x="0" y="42678"/>
                  <a:pt x="42678" y="0"/>
                  <a:pt x="95246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F78166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153" y="2846567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47811" y="91653"/>
                </a:moveTo>
                <a:cubicBezTo>
                  <a:pt x="50478" y="88522"/>
                  <a:pt x="50136" y="83840"/>
                  <a:pt x="47005" y="81173"/>
                </a:cubicBezTo>
                <a:cubicBezTo>
                  <a:pt x="43873" y="78507"/>
                  <a:pt x="39191" y="78848"/>
                  <a:pt x="36525" y="81979"/>
                </a:cubicBezTo>
                <a:lnTo>
                  <a:pt x="21642" y="99343"/>
                </a:lnTo>
                <a:cubicBezTo>
                  <a:pt x="19255" y="102133"/>
                  <a:pt x="19255" y="106226"/>
                  <a:pt x="21642" y="109017"/>
                </a:cubicBezTo>
                <a:lnTo>
                  <a:pt x="36525" y="126380"/>
                </a:lnTo>
                <a:cubicBezTo>
                  <a:pt x="39191" y="129511"/>
                  <a:pt x="43904" y="129853"/>
                  <a:pt x="47005" y="127186"/>
                </a:cubicBezTo>
                <a:cubicBezTo>
                  <a:pt x="50105" y="124520"/>
                  <a:pt x="50478" y="119807"/>
                  <a:pt x="47811" y="116706"/>
                </a:cubicBezTo>
                <a:lnTo>
                  <a:pt x="37083" y="104180"/>
                </a:lnTo>
                <a:lnTo>
                  <a:pt x="47811" y="91653"/>
                </a:lnTo>
                <a:close/>
                <a:moveTo>
                  <a:pt x="82538" y="81979"/>
                </a:moveTo>
                <a:cubicBezTo>
                  <a:pt x="79871" y="78848"/>
                  <a:pt x="75158" y="78507"/>
                  <a:pt x="72058" y="81173"/>
                </a:cubicBezTo>
                <a:cubicBezTo>
                  <a:pt x="68957" y="83840"/>
                  <a:pt x="68585" y="88553"/>
                  <a:pt x="71251" y="91653"/>
                </a:cubicBezTo>
                <a:lnTo>
                  <a:pt x="81979" y="104180"/>
                </a:lnTo>
                <a:lnTo>
                  <a:pt x="71251" y="116706"/>
                </a:lnTo>
                <a:cubicBezTo>
                  <a:pt x="68585" y="119838"/>
                  <a:pt x="68926" y="124520"/>
                  <a:pt x="72058" y="127186"/>
                </a:cubicBezTo>
                <a:cubicBezTo>
                  <a:pt x="75189" y="129853"/>
                  <a:pt x="79871" y="129511"/>
                  <a:pt x="82538" y="126380"/>
                </a:cubicBezTo>
                <a:lnTo>
                  <a:pt x="97420" y="109017"/>
                </a:lnTo>
                <a:cubicBezTo>
                  <a:pt x="99808" y="106226"/>
                  <a:pt x="99808" y="102133"/>
                  <a:pt x="97420" y="99343"/>
                </a:cubicBezTo>
                <a:lnTo>
                  <a:pt x="82538" y="81979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13" name="Text 11"/>
          <p:cNvSpPr/>
          <p:nvPr/>
        </p:nvSpPr>
        <p:spPr>
          <a:xfrm>
            <a:off x="681903" y="2814882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Dockerfile Expliqué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7074" y="3167675"/>
            <a:ext cx="5357091" cy="515216"/>
          </a:xfrm>
          <a:custGeom>
            <a:avLst/>
            <a:gdLst/>
            <a:ahLst/>
            <a:cxnLst/>
            <a:rect l="l" t="t" r="r" b="b"/>
            <a:pathLst>
              <a:path w="5357091" h="515216">
                <a:moveTo>
                  <a:pt x="63500" y="0"/>
                </a:moveTo>
                <a:lnTo>
                  <a:pt x="5293591" y="0"/>
                </a:lnTo>
                <a:cubicBezTo>
                  <a:pt x="5328661" y="0"/>
                  <a:pt x="5357091" y="28430"/>
                  <a:pt x="5357091" y="63500"/>
                </a:cubicBezTo>
                <a:lnTo>
                  <a:pt x="5357091" y="451716"/>
                </a:lnTo>
                <a:cubicBezTo>
                  <a:pt x="5357091" y="486786"/>
                  <a:pt x="5328661" y="515216"/>
                  <a:pt x="5293591" y="515216"/>
                </a:cubicBezTo>
                <a:lnTo>
                  <a:pt x="63500" y="515216"/>
                </a:lnTo>
                <a:cubicBezTo>
                  <a:pt x="28430" y="515216"/>
                  <a:pt x="0" y="486786"/>
                  <a:pt x="0" y="451716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4159" y="326644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650221" y="3314019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3229" y="3278052"/>
            <a:ext cx="1388476" cy="1298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FROM python:3.9-slim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3229" y="3456874"/>
            <a:ext cx="150812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Image de base Python légère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7074" y="3753402"/>
            <a:ext cx="5357091" cy="515216"/>
          </a:xfrm>
          <a:custGeom>
            <a:avLst/>
            <a:gdLst/>
            <a:ahLst/>
            <a:cxnLst/>
            <a:rect l="l" t="t" r="r" b="b"/>
            <a:pathLst>
              <a:path w="5357091" h="515216">
                <a:moveTo>
                  <a:pt x="63500" y="0"/>
                </a:moveTo>
                <a:lnTo>
                  <a:pt x="5293591" y="0"/>
                </a:lnTo>
                <a:cubicBezTo>
                  <a:pt x="5328661" y="0"/>
                  <a:pt x="5357091" y="28430"/>
                  <a:pt x="5357091" y="63500"/>
                </a:cubicBezTo>
                <a:lnTo>
                  <a:pt x="5357091" y="451716"/>
                </a:lnTo>
                <a:cubicBezTo>
                  <a:pt x="5357091" y="486786"/>
                  <a:pt x="5328661" y="515216"/>
                  <a:pt x="5293591" y="515216"/>
                </a:cubicBezTo>
                <a:lnTo>
                  <a:pt x="63500" y="515216"/>
                </a:lnTo>
                <a:cubicBezTo>
                  <a:pt x="28430" y="515216"/>
                  <a:pt x="0" y="486786"/>
                  <a:pt x="0" y="451716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59" y="385216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50221" y="3899750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3229" y="3863784"/>
            <a:ext cx="855401" cy="1298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WORKDIR /app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3229" y="4042602"/>
            <a:ext cx="1476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Définit le répertoire de travail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7074" y="4339130"/>
            <a:ext cx="5357091" cy="515216"/>
          </a:xfrm>
          <a:custGeom>
            <a:avLst/>
            <a:gdLst/>
            <a:ahLst/>
            <a:cxnLst/>
            <a:rect l="l" t="t" r="r" b="b"/>
            <a:pathLst>
              <a:path w="5357091" h="515216">
                <a:moveTo>
                  <a:pt x="63500" y="0"/>
                </a:moveTo>
                <a:lnTo>
                  <a:pt x="5293591" y="0"/>
                </a:lnTo>
                <a:cubicBezTo>
                  <a:pt x="5328661" y="0"/>
                  <a:pt x="5357091" y="28430"/>
                  <a:pt x="5357091" y="63500"/>
                </a:cubicBezTo>
                <a:lnTo>
                  <a:pt x="5357091" y="451716"/>
                </a:lnTo>
                <a:cubicBezTo>
                  <a:pt x="5357091" y="486786"/>
                  <a:pt x="5328661" y="515216"/>
                  <a:pt x="5293591" y="515216"/>
                </a:cubicBezTo>
                <a:lnTo>
                  <a:pt x="63500" y="515216"/>
                </a:lnTo>
                <a:cubicBezTo>
                  <a:pt x="28430" y="515216"/>
                  <a:pt x="0" y="486786"/>
                  <a:pt x="0" y="451716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4159" y="4437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50221" y="4485478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3229" y="4449511"/>
            <a:ext cx="1255207" cy="1298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COPY + pip install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3229" y="4628330"/>
            <a:ext cx="171450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Copie et installe les dépendances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7074" y="4924858"/>
            <a:ext cx="5357091" cy="515216"/>
          </a:xfrm>
          <a:custGeom>
            <a:avLst/>
            <a:gdLst/>
            <a:ahLst/>
            <a:cxnLst/>
            <a:rect l="l" t="t" r="r" b="b"/>
            <a:pathLst>
              <a:path w="5357091" h="515216">
                <a:moveTo>
                  <a:pt x="63500" y="0"/>
                </a:moveTo>
                <a:lnTo>
                  <a:pt x="5293591" y="0"/>
                </a:lnTo>
                <a:cubicBezTo>
                  <a:pt x="5328661" y="0"/>
                  <a:pt x="5357091" y="28430"/>
                  <a:pt x="5357091" y="63500"/>
                </a:cubicBezTo>
                <a:lnTo>
                  <a:pt x="5357091" y="451716"/>
                </a:lnTo>
                <a:cubicBezTo>
                  <a:pt x="5357091" y="486786"/>
                  <a:pt x="5328661" y="515216"/>
                  <a:pt x="5293591" y="515216"/>
                </a:cubicBezTo>
                <a:lnTo>
                  <a:pt x="63500" y="515216"/>
                </a:lnTo>
                <a:cubicBezTo>
                  <a:pt x="28430" y="515216"/>
                  <a:pt x="0" y="486786"/>
                  <a:pt x="0" y="451716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4159" y="502362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50221" y="5071206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3229" y="5035239"/>
            <a:ext cx="788766" cy="1298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COPY app/ 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3229" y="5214058"/>
            <a:ext cx="1095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Copie le code source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87074" y="5510590"/>
            <a:ext cx="5357091" cy="515216"/>
          </a:xfrm>
          <a:custGeom>
            <a:avLst/>
            <a:gdLst/>
            <a:ahLst/>
            <a:cxnLst/>
            <a:rect l="l" t="t" r="r" b="b"/>
            <a:pathLst>
              <a:path w="5357091" h="515216">
                <a:moveTo>
                  <a:pt x="63500" y="0"/>
                </a:moveTo>
                <a:lnTo>
                  <a:pt x="5293591" y="0"/>
                </a:lnTo>
                <a:cubicBezTo>
                  <a:pt x="5328661" y="0"/>
                  <a:pt x="5357091" y="28430"/>
                  <a:pt x="5357091" y="63500"/>
                </a:cubicBezTo>
                <a:lnTo>
                  <a:pt x="5357091" y="451716"/>
                </a:lnTo>
                <a:cubicBezTo>
                  <a:pt x="5357091" y="486786"/>
                  <a:pt x="5328661" y="515216"/>
                  <a:pt x="5293591" y="515216"/>
                </a:cubicBezTo>
                <a:lnTo>
                  <a:pt x="63500" y="515216"/>
                </a:lnTo>
                <a:cubicBezTo>
                  <a:pt x="28430" y="515216"/>
                  <a:pt x="0" y="486786"/>
                  <a:pt x="0" y="451716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4159" y="560935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50221" y="5656938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3229" y="5620971"/>
            <a:ext cx="788766" cy="1298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EXPOSE 5000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3229" y="5799789"/>
            <a:ext cx="1039812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Expose le port 5000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87074" y="6096317"/>
            <a:ext cx="5357091" cy="515216"/>
          </a:xfrm>
          <a:custGeom>
            <a:avLst/>
            <a:gdLst/>
            <a:ahLst/>
            <a:cxnLst/>
            <a:rect l="l" t="t" r="r" b="b"/>
            <a:pathLst>
              <a:path w="5357091" h="515216">
                <a:moveTo>
                  <a:pt x="63500" y="0"/>
                </a:moveTo>
                <a:lnTo>
                  <a:pt x="5293591" y="0"/>
                </a:lnTo>
                <a:cubicBezTo>
                  <a:pt x="5328661" y="0"/>
                  <a:pt x="5357091" y="28430"/>
                  <a:pt x="5357091" y="63500"/>
                </a:cubicBezTo>
                <a:lnTo>
                  <a:pt x="5357091" y="451716"/>
                </a:lnTo>
                <a:cubicBezTo>
                  <a:pt x="5357091" y="486786"/>
                  <a:pt x="5328661" y="515216"/>
                  <a:pt x="5293591" y="515216"/>
                </a:cubicBezTo>
                <a:lnTo>
                  <a:pt x="63500" y="515216"/>
                </a:lnTo>
                <a:cubicBezTo>
                  <a:pt x="28430" y="515216"/>
                  <a:pt x="0" y="486786"/>
                  <a:pt x="0" y="451716"/>
                </a:cubicBezTo>
                <a:lnTo>
                  <a:pt x="0" y="63500"/>
                </a:lnTo>
                <a:cubicBezTo>
                  <a:pt x="0" y="28454"/>
                  <a:pt x="28454" y="0"/>
                  <a:pt x="63500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4159" y="619508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50221" y="6242665"/>
            <a:ext cx="1190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3229" y="6206699"/>
            <a:ext cx="855401" cy="12988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CMD gunicorn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3229" y="6385517"/>
            <a:ext cx="1238250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Démarre avec Gunicorn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8960" y="1209794"/>
            <a:ext cx="5690466" cy="2737716"/>
          </a:xfrm>
          <a:custGeom>
            <a:avLst/>
            <a:gdLst/>
            <a:ahLst/>
            <a:cxnLst/>
            <a:rect l="l" t="t" r="r" b="b"/>
            <a:pathLst>
              <a:path w="5690466" h="2737716">
                <a:moveTo>
                  <a:pt x="95245" y="0"/>
                </a:moveTo>
                <a:lnTo>
                  <a:pt x="5595221" y="0"/>
                </a:lnTo>
                <a:cubicBezTo>
                  <a:pt x="5647823" y="0"/>
                  <a:pt x="5690466" y="42643"/>
                  <a:pt x="5690466" y="95245"/>
                </a:cubicBezTo>
                <a:lnTo>
                  <a:pt x="5690466" y="2642471"/>
                </a:lnTo>
                <a:cubicBezTo>
                  <a:pt x="5690466" y="2695073"/>
                  <a:pt x="5647823" y="2737716"/>
                  <a:pt x="5595221" y="2737716"/>
                </a:cubicBezTo>
                <a:lnTo>
                  <a:pt x="95245" y="2737716"/>
                </a:lnTo>
                <a:cubicBezTo>
                  <a:pt x="42643" y="2737716"/>
                  <a:pt x="0" y="2695073"/>
                  <a:pt x="0" y="2642471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F78166">
                <a:alpha val="30196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61162" y="140383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2089" y="1612"/>
                </a:moveTo>
                <a:cubicBezTo>
                  <a:pt x="76708" y="-527"/>
                  <a:pt x="82042" y="-527"/>
                  <a:pt x="86661" y="1612"/>
                </a:cubicBezTo>
                <a:lnTo>
                  <a:pt x="154440" y="32928"/>
                </a:lnTo>
                <a:cubicBezTo>
                  <a:pt x="157076" y="34137"/>
                  <a:pt x="158750" y="36773"/>
                  <a:pt x="158750" y="39688"/>
                </a:cubicBezTo>
                <a:cubicBezTo>
                  <a:pt x="158750" y="42602"/>
                  <a:pt x="157076" y="45238"/>
                  <a:pt x="154440" y="46447"/>
                </a:cubicBezTo>
                <a:lnTo>
                  <a:pt x="86661" y="77763"/>
                </a:lnTo>
                <a:cubicBezTo>
                  <a:pt x="82042" y="79902"/>
                  <a:pt x="76708" y="79902"/>
                  <a:pt x="72089" y="77763"/>
                </a:cubicBezTo>
                <a:lnTo>
                  <a:pt x="4310" y="46447"/>
                </a:lnTo>
                <a:cubicBezTo>
                  <a:pt x="1674" y="45207"/>
                  <a:pt x="0" y="42571"/>
                  <a:pt x="0" y="39688"/>
                </a:cubicBezTo>
                <a:cubicBezTo>
                  <a:pt x="0" y="36804"/>
                  <a:pt x="1674" y="34137"/>
                  <a:pt x="4310" y="32928"/>
                </a:cubicBezTo>
                <a:lnTo>
                  <a:pt x="72089" y="1612"/>
                </a:lnTo>
                <a:close/>
                <a:moveTo>
                  <a:pt x="14914" y="67717"/>
                </a:moveTo>
                <a:lnTo>
                  <a:pt x="65856" y="91250"/>
                </a:lnTo>
                <a:cubicBezTo>
                  <a:pt x="74445" y="95219"/>
                  <a:pt x="84336" y="95219"/>
                  <a:pt x="92925" y="91250"/>
                </a:cubicBezTo>
                <a:lnTo>
                  <a:pt x="143867" y="67717"/>
                </a:lnTo>
                <a:lnTo>
                  <a:pt x="154440" y="72616"/>
                </a:lnTo>
                <a:cubicBezTo>
                  <a:pt x="157076" y="73825"/>
                  <a:pt x="158750" y="76460"/>
                  <a:pt x="158750" y="79375"/>
                </a:cubicBezTo>
                <a:cubicBezTo>
                  <a:pt x="158750" y="82290"/>
                  <a:pt x="157076" y="84925"/>
                  <a:pt x="154440" y="86134"/>
                </a:cubicBezTo>
                <a:lnTo>
                  <a:pt x="86661" y="117450"/>
                </a:lnTo>
                <a:cubicBezTo>
                  <a:pt x="82042" y="119590"/>
                  <a:pt x="76708" y="119590"/>
                  <a:pt x="72089" y="117450"/>
                </a:cubicBezTo>
                <a:lnTo>
                  <a:pt x="4310" y="86134"/>
                </a:lnTo>
                <a:cubicBezTo>
                  <a:pt x="1674" y="84894"/>
                  <a:pt x="0" y="82259"/>
                  <a:pt x="0" y="79375"/>
                </a:cubicBezTo>
                <a:cubicBezTo>
                  <a:pt x="0" y="76491"/>
                  <a:pt x="1674" y="73825"/>
                  <a:pt x="4310" y="72616"/>
                </a:cubicBezTo>
                <a:lnTo>
                  <a:pt x="14883" y="67717"/>
                </a:lnTo>
                <a:close/>
                <a:moveTo>
                  <a:pt x="4310" y="112303"/>
                </a:moveTo>
                <a:lnTo>
                  <a:pt x="14883" y="107404"/>
                </a:lnTo>
                <a:lnTo>
                  <a:pt x="65825" y="130938"/>
                </a:lnTo>
                <a:cubicBezTo>
                  <a:pt x="74414" y="134906"/>
                  <a:pt x="84305" y="134906"/>
                  <a:pt x="92894" y="130938"/>
                </a:cubicBezTo>
                <a:lnTo>
                  <a:pt x="143836" y="107404"/>
                </a:lnTo>
                <a:lnTo>
                  <a:pt x="154409" y="112303"/>
                </a:lnTo>
                <a:cubicBezTo>
                  <a:pt x="157045" y="113512"/>
                  <a:pt x="158719" y="116148"/>
                  <a:pt x="158719" y="119062"/>
                </a:cubicBezTo>
                <a:cubicBezTo>
                  <a:pt x="158719" y="121977"/>
                  <a:pt x="157045" y="124613"/>
                  <a:pt x="154409" y="125822"/>
                </a:cubicBezTo>
                <a:lnTo>
                  <a:pt x="86630" y="157138"/>
                </a:lnTo>
                <a:cubicBezTo>
                  <a:pt x="82010" y="159277"/>
                  <a:pt x="76677" y="159277"/>
                  <a:pt x="72058" y="157138"/>
                </a:cubicBezTo>
                <a:lnTo>
                  <a:pt x="4310" y="125822"/>
                </a:lnTo>
                <a:cubicBezTo>
                  <a:pt x="1674" y="124582"/>
                  <a:pt x="0" y="121946"/>
                  <a:pt x="0" y="119062"/>
                </a:cubicBezTo>
                <a:cubicBezTo>
                  <a:pt x="0" y="116179"/>
                  <a:pt x="1674" y="113512"/>
                  <a:pt x="4310" y="112303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46" name="Text 44"/>
          <p:cNvSpPr/>
          <p:nvPr/>
        </p:nvSpPr>
        <p:spPr>
          <a:xfrm>
            <a:off x="6539756" y="1372153"/>
            <a:ext cx="5246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41318" y="17213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412756" y="1808603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7859" y="26789"/>
                </a:moveTo>
                <a:cubicBezTo>
                  <a:pt x="17859" y="16939"/>
                  <a:pt x="25868" y="8930"/>
                  <a:pt x="35719" y="8930"/>
                </a:cubicBezTo>
                <a:lnTo>
                  <a:pt x="116086" y="8930"/>
                </a:lnTo>
                <a:cubicBezTo>
                  <a:pt x="125936" y="8930"/>
                  <a:pt x="133945" y="16939"/>
                  <a:pt x="133945" y="26789"/>
                </a:cubicBezTo>
                <a:lnTo>
                  <a:pt x="133945" y="35719"/>
                </a:lnTo>
                <a:lnTo>
                  <a:pt x="148093" y="35719"/>
                </a:lnTo>
                <a:cubicBezTo>
                  <a:pt x="152837" y="35719"/>
                  <a:pt x="157386" y="37588"/>
                  <a:pt x="160734" y="40937"/>
                </a:cubicBezTo>
                <a:lnTo>
                  <a:pt x="173375" y="53578"/>
                </a:lnTo>
                <a:cubicBezTo>
                  <a:pt x="176724" y="56927"/>
                  <a:pt x="178594" y="61475"/>
                  <a:pt x="178594" y="66219"/>
                </a:cubicBezTo>
                <a:lnTo>
                  <a:pt x="178594" y="107156"/>
                </a:lnTo>
                <a:cubicBezTo>
                  <a:pt x="178594" y="117007"/>
                  <a:pt x="170585" y="125016"/>
                  <a:pt x="160734" y="125016"/>
                </a:cubicBezTo>
                <a:lnTo>
                  <a:pt x="159814" y="125016"/>
                </a:lnTo>
                <a:cubicBezTo>
                  <a:pt x="156911" y="135313"/>
                  <a:pt x="147424" y="142875"/>
                  <a:pt x="136178" y="142875"/>
                </a:cubicBezTo>
                <a:cubicBezTo>
                  <a:pt x="124932" y="142875"/>
                  <a:pt x="115472" y="135313"/>
                  <a:pt x="112542" y="125016"/>
                </a:cubicBezTo>
                <a:lnTo>
                  <a:pt x="83911" y="125016"/>
                </a:lnTo>
                <a:cubicBezTo>
                  <a:pt x="81009" y="135313"/>
                  <a:pt x="71521" y="142875"/>
                  <a:pt x="60275" y="142875"/>
                </a:cubicBezTo>
                <a:cubicBezTo>
                  <a:pt x="49030" y="142875"/>
                  <a:pt x="39570" y="135313"/>
                  <a:pt x="36640" y="125016"/>
                </a:cubicBezTo>
                <a:lnTo>
                  <a:pt x="35719" y="125016"/>
                </a:lnTo>
                <a:cubicBezTo>
                  <a:pt x="25868" y="125016"/>
                  <a:pt x="17859" y="117007"/>
                  <a:pt x="17859" y="107156"/>
                </a:cubicBezTo>
                <a:lnTo>
                  <a:pt x="17859" y="93762"/>
                </a:lnTo>
                <a:lnTo>
                  <a:pt x="6697" y="93762"/>
                </a:lnTo>
                <a:cubicBezTo>
                  <a:pt x="2986" y="93762"/>
                  <a:pt x="0" y="90776"/>
                  <a:pt x="0" y="87064"/>
                </a:cubicBezTo>
                <a:cubicBezTo>
                  <a:pt x="0" y="83353"/>
                  <a:pt x="2986" y="80367"/>
                  <a:pt x="6697" y="80367"/>
                </a:cubicBezTo>
                <a:lnTo>
                  <a:pt x="37951" y="80367"/>
                </a:lnTo>
                <a:cubicBezTo>
                  <a:pt x="41663" y="80367"/>
                  <a:pt x="44648" y="77381"/>
                  <a:pt x="44648" y="73670"/>
                </a:cubicBezTo>
                <a:cubicBezTo>
                  <a:pt x="44648" y="69959"/>
                  <a:pt x="41663" y="66973"/>
                  <a:pt x="37951" y="66973"/>
                </a:cubicBezTo>
                <a:lnTo>
                  <a:pt x="6697" y="66973"/>
                </a:lnTo>
                <a:cubicBezTo>
                  <a:pt x="2986" y="66973"/>
                  <a:pt x="0" y="63987"/>
                  <a:pt x="0" y="60275"/>
                </a:cubicBezTo>
                <a:cubicBezTo>
                  <a:pt x="0" y="56564"/>
                  <a:pt x="2986" y="53578"/>
                  <a:pt x="6697" y="53578"/>
                </a:cubicBezTo>
                <a:lnTo>
                  <a:pt x="55811" y="53578"/>
                </a:lnTo>
                <a:cubicBezTo>
                  <a:pt x="59522" y="53578"/>
                  <a:pt x="62508" y="50592"/>
                  <a:pt x="62508" y="46881"/>
                </a:cubicBezTo>
                <a:cubicBezTo>
                  <a:pt x="62508" y="43169"/>
                  <a:pt x="59522" y="40184"/>
                  <a:pt x="55811" y="40184"/>
                </a:cubicBezTo>
                <a:lnTo>
                  <a:pt x="6697" y="40184"/>
                </a:lnTo>
                <a:cubicBezTo>
                  <a:pt x="2986" y="40184"/>
                  <a:pt x="0" y="37198"/>
                  <a:pt x="0" y="33486"/>
                </a:cubicBezTo>
                <a:cubicBezTo>
                  <a:pt x="0" y="29775"/>
                  <a:pt x="2986" y="26789"/>
                  <a:pt x="6697" y="26789"/>
                </a:cubicBezTo>
                <a:lnTo>
                  <a:pt x="17859" y="26789"/>
                </a:lnTo>
                <a:close/>
                <a:moveTo>
                  <a:pt x="160734" y="80367"/>
                </a:moveTo>
                <a:lnTo>
                  <a:pt x="160734" y="66219"/>
                </a:lnTo>
                <a:lnTo>
                  <a:pt x="148093" y="53578"/>
                </a:lnTo>
                <a:lnTo>
                  <a:pt x="133945" y="53578"/>
                </a:lnTo>
                <a:lnTo>
                  <a:pt x="133945" y="80367"/>
                </a:lnTo>
                <a:lnTo>
                  <a:pt x="160734" y="80367"/>
                </a:lnTo>
                <a:close/>
                <a:moveTo>
                  <a:pt x="71438" y="118318"/>
                </a:moveTo>
                <a:cubicBezTo>
                  <a:pt x="71438" y="112158"/>
                  <a:pt x="66436" y="107156"/>
                  <a:pt x="60275" y="107156"/>
                </a:cubicBezTo>
                <a:cubicBezTo>
                  <a:pt x="54115" y="107156"/>
                  <a:pt x="49113" y="112158"/>
                  <a:pt x="49113" y="118318"/>
                </a:cubicBezTo>
                <a:cubicBezTo>
                  <a:pt x="49113" y="124479"/>
                  <a:pt x="54115" y="129480"/>
                  <a:pt x="60275" y="129480"/>
                </a:cubicBezTo>
                <a:cubicBezTo>
                  <a:pt x="66436" y="129480"/>
                  <a:pt x="71438" y="124479"/>
                  <a:pt x="71438" y="118318"/>
                </a:cubicBezTo>
                <a:close/>
                <a:moveTo>
                  <a:pt x="136178" y="129480"/>
                </a:moveTo>
                <a:cubicBezTo>
                  <a:pt x="142338" y="129480"/>
                  <a:pt x="147340" y="124479"/>
                  <a:pt x="147340" y="118318"/>
                </a:cubicBezTo>
                <a:cubicBezTo>
                  <a:pt x="147340" y="112158"/>
                  <a:pt x="142338" y="107156"/>
                  <a:pt x="136178" y="107156"/>
                </a:cubicBezTo>
                <a:cubicBezTo>
                  <a:pt x="130017" y="107156"/>
                  <a:pt x="125016" y="112158"/>
                  <a:pt x="125016" y="118318"/>
                </a:cubicBezTo>
                <a:cubicBezTo>
                  <a:pt x="125016" y="124479"/>
                  <a:pt x="130017" y="129480"/>
                  <a:pt x="136178" y="129480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49" name="Text 47"/>
          <p:cNvSpPr/>
          <p:nvPr/>
        </p:nvSpPr>
        <p:spPr>
          <a:xfrm>
            <a:off x="6753978" y="1721333"/>
            <a:ext cx="2325688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Portabilité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53978" y="1975131"/>
            <a:ext cx="231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Fonctionne partout de la même manière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41318" y="226072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6439545" y="2347992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03082" y="35719"/>
                </a:moveTo>
                <a:lnTo>
                  <a:pt x="93511" y="22324"/>
                </a:lnTo>
                <a:lnTo>
                  <a:pt x="31533" y="22324"/>
                </a:lnTo>
                <a:lnTo>
                  <a:pt x="21961" y="35719"/>
                </a:lnTo>
                <a:lnTo>
                  <a:pt x="103082" y="35719"/>
                </a:lnTo>
                <a:close/>
                <a:moveTo>
                  <a:pt x="0" y="41439"/>
                </a:moveTo>
                <a:cubicBezTo>
                  <a:pt x="0" y="37728"/>
                  <a:pt x="1172" y="34100"/>
                  <a:pt x="3321" y="31059"/>
                </a:cubicBezTo>
                <a:lnTo>
                  <a:pt x="16994" y="11943"/>
                </a:lnTo>
                <a:cubicBezTo>
                  <a:pt x="20343" y="7255"/>
                  <a:pt x="25757" y="4465"/>
                  <a:pt x="31505" y="4465"/>
                </a:cubicBezTo>
                <a:lnTo>
                  <a:pt x="93483" y="4465"/>
                </a:lnTo>
                <a:cubicBezTo>
                  <a:pt x="99259" y="4465"/>
                  <a:pt x="104673" y="7255"/>
                  <a:pt x="108021" y="11943"/>
                </a:cubicBezTo>
                <a:lnTo>
                  <a:pt x="121667" y="31059"/>
                </a:lnTo>
                <a:cubicBezTo>
                  <a:pt x="123844" y="34100"/>
                  <a:pt x="124988" y="37728"/>
                  <a:pt x="124988" y="4143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41439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53" name="Text 51"/>
          <p:cNvSpPr/>
          <p:nvPr/>
        </p:nvSpPr>
        <p:spPr>
          <a:xfrm>
            <a:off x="6753978" y="2260722"/>
            <a:ext cx="18732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753978" y="2514521"/>
            <a:ext cx="1865312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Pas de conflits de dépendances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41318" y="280011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78166">
              <a:alpha val="20000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6430615" y="288737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33973" y="53578"/>
                </a:moveTo>
                <a:lnTo>
                  <a:pt x="136178" y="53578"/>
                </a:lnTo>
                <a:cubicBezTo>
                  <a:pt x="139889" y="53578"/>
                  <a:pt x="142875" y="50592"/>
                  <a:pt x="142875" y="46881"/>
                </a:cubicBezTo>
                <a:lnTo>
                  <a:pt x="142875" y="6697"/>
                </a:lnTo>
                <a:cubicBezTo>
                  <a:pt x="142875" y="3990"/>
                  <a:pt x="141256" y="1535"/>
                  <a:pt x="138745" y="502"/>
                </a:cubicBezTo>
                <a:cubicBezTo>
                  <a:pt x="136234" y="-530"/>
                  <a:pt x="133359" y="56"/>
                  <a:pt x="131434" y="1953"/>
                </a:cubicBezTo>
                <a:lnTo>
                  <a:pt x="117007" y="16408"/>
                </a:lnTo>
                <a:cubicBezTo>
                  <a:pt x="104645" y="6167"/>
                  <a:pt x="88739" y="0"/>
                  <a:pt x="71438" y="0"/>
                </a:cubicBezTo>
                <a:cubicBezTo>
                  <a:pt x="35440" y="0"/>
                  <a:pt x="5665" y="26622"/>
                  <a:pt x="726" y="61252"/>
                </a:cubicBezTo>
                <a:cubicBezTo>
                  <a:pt x="28" y="66135"/>
                  <a:pt x="3404" y="70656"/>
                  <a:pt x="8288" y="71354"/>
                </a:cubicBezTo>
                <a:cubicBezTo>
                  <a:pt x="13171" y="72051"/>
                  <a:pt x="17692" y="68647"/>
                  <a:pt x="18390" y="63791"/>
                </a:cubicBezTo>
                <a:cubicBezTo>
                  <a:pt x="22101" y="37812"/>
                  <a:pt x="44453" y="17859"/>
                  <a:pt x="71438" y="17859"/>
                </a:cubicBezTo>
                <a:cubicBezTo>
                  <a:pt x="83827" y="17859"/>
                  <a:pt x="95213" y="22045"/>
                  <a:pt x="104282" y="29105"/>
                </a:cubicBezTo>
                <a:lnTo>
                  <a:pt x="91250" y="42137"/>
                </a:lnTo>
                <a:cubicBezTo>
                  <a:pt x="89325" y="44062"/>
                  <a:pt x="88767" y="46937"/>
                  <a:pt x="89799" y="49448"/>
                </a:cubicBezTo>
                <a:cubicBezTo>
                  <a:pt x="90832" y="51960"/>
                  <a:pt x="93287" y="53578"/>
                  <a:pt x="95994" y="53578"/>
                </a:cubicBezTo>
                <a:lnTo>
                  <a:pt x="133973" y="53578"/>
                </a:lnTo>
                <a:close/>
                <a:moveTo>
                  <a:pt x="142177" y="81623"/>
                </a:moveTo>
                <a:cubicBezTo>
                  <a:pt x="142875" y="76740"/>
                  <a:pt x="139471" y="72219"/>
                  <a:pt x="134615" y="71521"/>
                </a:cubicBezTo>
                <a:cubicBezTo>
                  <a:pt x="129760" y="70824"/>
                  <a:pt x="125211" y="74228"/>
                  <a:pt x="124513" y="79084"/>
                </a:cubicBezTo>
                <a:cubicBezTo>
                  <a:pt x="120802" y="105035"/>
                  <a:pt x="98450" y="124988"/>
                  <a:pt x="71465" y="124988"/>
                </a:cubicBezTo>
                <a:cubicBezTo>
                  <a:pt x="59075" y="124988"/>
                  <a:pt x="47690" y="120802"/>
                  <a:pt x="38621" y="113742"/>
                </a:cubicBezTo>
                <a:lnTo>
                  <a:pt x="51625" y="100738"/>
                </a:lnTo>
                <a:cubicBezTo>
                  <a:pt x="53550" y="98813"/>
                  <a:pt x="54108" y="95938"/>
                  <a:pt x="53076" y="93427"/>
                </a:cubicBezTo>
                <a:cubicBezTo>
                  <a:pt x="52043" y="90915"/>
                  <a:pt x="49588" y="89297"/>
                  <a:pt x="46881" y="89297"/>
                </a:cubicBezTo>
                <a:lnTo>
                  <a:pt x="6697" y="89297"/>
                </a:lnTo>
                <a:cubicBezTo>
                  <a:pt x="2986" y="89297"/>
                  <a:pt x="0" y="92283"/>
                  <a:pt x="0" y="95994"/>
                </a:cubicBezTo>
                <a:lnTo>
                  <a:pt x="0" y="136178"/>
                </a:lnTo>
                <a:cubicBezTo>
                  <a:pt x="0" y="138885"/>
                  <a:pt x="1619" y="141340"/>
                  <a:pt x="4130" y="142373"/>
                </a:cubicBezTo>
                <a:cubicBezTo>
                  <a:pt x="6641" y="143405"/>
                  <a:pt x="9516" y="142819"/>
                  <a:pt x="11441" y="140922"/>
                </a:cubicBezTo>
                <a:lnTo>
                  <a:pt x="25896" y="126467"/>
                </a:lnTo>
                <a:cubicBezTo>
                  <a:pt x="38230" y="136708"/>
                  <a:pt x="54136" y="142875"/>
                  <a:pt x="71438" y="142875"/>
                </a:cubicBezTo>
                <a:cubicBezTo>
                  <a:pt x="107435" y="142875"/>
                  <a:pt x="137210" y="116253"/>
                  <a:pt x="142149" y="81623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57" name="Text 55"/>
          <p:cNvSpPr/>
          <p:nvPr/>
        </p:nvSpPr>
        <p:spPr>
          <a:xfrm>
            <a:off x="6753978" y="2800112"/>
            <a:ext cx="18970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Reproductibilité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753978" y="3053910"/>
            <a:ext cx="1889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Environnement identique garanti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41318" y="33395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6430615" y="342676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5719" y="89297"/>
                </a:moveTo>
                <a:lnTo>
                  <a:pt x="6837" y="89297"/>
                </a:lnTo>
                <a:cubicBezTo>
                  <a:pt x="-112" y="89297"/>
                  <a:pt x="-4381" y="81735"/>
                  <a:pt x="-809" y="75763"/>
                </a:cubicBezTo>
                <a:lnTo>
                  <a:pt x="13953" y="51150"/>
                </a:lnTo>
                <a:cubicBezTo>
                  <a:pt x="16380" y="47104"/>
                  <a:pt x="20734" y="44648"/>
                  <a:pt x="25450" y="44648"/>
                </a:cubicBezTo>
                <a:lnTo>
                  <a:pt x="51960" y="44648"/>
                </a:lnTo>
                <a:cubicBezTo>
                  <a:pt x="73196" y="8679"/>
                  <a:pt x="104868" y="6865"/>
                  <a:pt x="126048" y="9962"/>
                </a:cubicBezTo>
                <a:cubicBezTo>
                  <a:pt x="129620" y="10492"/>
                  <a:pt x="132411" y="13283"/>
                  <a:pt x="132913" y="16827"/>
                </a:cubicBezTo>
                <a:cubicBezTo>
                  <a:pt x="136010" y="38007"/>
                  <a:pt x="134196" y="69679"/>
                  <a:pt x="98227" y="90915"/>
                </a:cubicBezTo>
                <a:lnTo>
                  <a:pt x="98227" y="117425"/>
                </a:lnTo>
                <a:cubicBezTo>
                  <a:pt x="98227" y="122141"/>
                  <a:pt x="95771" y="126495"/>
                  <a:pt x="91725" y="128922"/>
                </a:cubicBezTo>
                <a:lnTo>
                  <a:pt x="67112" y="143684"/>
                </a:lnTo>
                <a:cubicBezTo>
                  <a:pt x="61168" y="147256"/>
                  <a:pt x="53578" y="142959"/>
                  <a:pt x="53578" y="136038"/>
                </a:cubicBezTo>
                <a:lnTo>
                  <a:pt x="53578" y="107156"/>
                </a:lnTo>
                <a:cubicBezTo>
                  <a:pt x="53578" y="97306"/>
                  <a:pt x="45569" y="89297"/>
                  <a:pt x="35719" y="89297"/>
                </a:cubicBezTo>
                <a:lnTo>
                  <a:pt x="35691" y="89297"/>
                </a:lnTo>
                <a:close/>
                <a:moveTo>
                  <a:pt x="111621" y="44648"/>
                </a:moveTo>
                <a:cubicBezTo>
                  <a:pt x="111621" y="37256"/>
                  <a:pt x="105619" y="31254"/>
                  <a:pt x="98227" y="31254"/>
                </a:cubicBezTo>
                <a:cubicBezTo>
                  <a:pt x="90834" y="31254"/>
                  <a:pt x="84832" y="37256"/>
                  <a:pt x="84832" y="44648"/>
                </a:cubicBezTo>
                <a:cubicBezTo>
                  <a:pt x="84832" y="52041"/>
                  <a:pt x="90834" y="58043"/>
                  <a:pt x="98227" y="58043"/>
                </a:cubicBezTo>
                <a:cubicBezTo>
                  <a:pt x="105619" y="58043"/>
                  <a:pt x="111621" y="52041"/>
                  <a:pt x="111621" y="44648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61" name="Text 59"/>
          <p:cNvSpPr/>
          <p:nvPr/>
        </p:nvSpPr>
        <p:spPr>
          <a:xfrm>
            <a:off x="6753978" y="3339502"/>
            <a:ext cx="1460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Déploiement Rapide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753978" y="3593300"/>
            <a:ext cx="1452563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Démarrage en secondes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8960" y="4080258"/>
            <a:ext cx="5690466" cy="2698028"/>
          </a:xfrm>
          <a:custGeom>
            <a:avLst/>
            <a:gdLst/>
            <a:ahLst/>
            <a:cxnLst/>
            <a:rect l="l" t="t" r="r" b="b"/>
            <a:pathLst>
              <a:path w="5690466" h="2698028">
                <a:moveTo>
                  <a:pt x="95240" y="0"/>
                </a:moveTo>
                <a:lnTo>
                  <a:pt x="5595226" y="0"/>
                </a:lnTo>
                <a:cubicBezTo>
                  <a:pt x="5647825" y="0"/>
                  <a:pt x="5690466" y="42641"/>
                  <a:pt x="5690466" y="95240"/>
                </a:cubicBezTo>
                <a:lnTo>
                  <a:pt x="5690466" y="2602788"/>
                </a:lnTo>
                <a:cubicBezTo>
                  <a:pt x="5690466" y="2655388"/>
                  <a:pt x="5647825" y="2698028"/>
                  <a:pt x="5595226" y="2698028"/>
                </a:cubicBezTo>
                <a:lnTo>
                  <a:pt x="95240" y="2698028"/>
                </a:lnTo>
                <a:cubicBezTo>
                  <a:pt x="42676" y="2698028"/>
                  <a:pt x="0" y="2655353"/>
                  <a:pt x="0" y="2602788"/>
                </a:cubicBezTo>
                <a:lnTo>
                  <a:pt x="0" y="95240"/>
                </a:lnTo>
                <a:cubicBezTo>
                  <a:pt x="0" y="42676"/>
                  <a:pt x="42676" y="0"/>
                  <a:pt x="95240" y="0"/>
                </a:cubicBezTo>
                <a:close/>
              </a:path>
            </a:pathLst>
          </a:custGeom>
          <a:gradFill flip="none" rotWithShape="1">
            <a:gsLst>
              <a:gs pos="0">
                <a:srgbClr val="F78166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 w="11545">
            <a:solidFill>
              <a:srgbClr val="F78166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02834" y="4274301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136224" y="178594"/>
                </a:moveTo>
                <a:cubicBezTo>
                  <a:pt x="139619" y="168222"/>
                  <a:pt x="146410" y="158828"/>
                  <a:pt x="154084" y="150735"/>
                </a:cubicBezTo>
                <a:cubicBezTo>
                  <a:pt x="169292" y="134736"/>
                  <a:pt x="178594" y="113109"/>
                  <a:pt x="178594" y="89297"/>
                </a:cubicBezTo>
                <a:cubicBezTo>
                  <a:pt x="178594" y="39998"/>
                  <a:pt x="138596" y="0"/>
                  <a:pt x="89297" y="0"/>
                </a:cubicBezTo>
                <a:cubicBezTo>
                  <a:pt x="39998" y="0"/>
                  <a:pt x="0" y="39998"/>
                  <a:pt x="0" y="89297"/>
                </a:cubicBezTo>
                <a:cubicBezTo>
                  <a:pt x="0" y="113109"/>
                  <a:pt x="9302" y="134736"/>
                  <a:pt x="24510" y="150735"/>
                </a:cubicBezTo>
                <a:cubicBezTo>
                  <a:pt x="32184" y="158828"/>
                  <a:pt x="39021" y="168222"/>
                  <a:pt x="42370" y="178594"/>
                </a:cubicBezTo>
                <a:lnTo>
                  <a:pt x="136178" y="178594"/>
                </a:lnTo>
                <a:close/>
                <a:moveTo>
                  <a:pt x="133945" y="200918"/>
                </a:moveTo>
                <a:lnTo>
                  <a:pt x="44648" y="200918"/>
                </a:lnTo>
                <a:lnTo>
                  <a:pt x="44648" y="208359"/>
                </a:lnTo>
                <a:cubicBezTo>
                  <a:pt x="44648" y="228916"/>
                  <a:pt x="61299" y="245566"/>
                  <a:pt x="81855" y="245566"/>
                </a:cubicBezTo>
                <a:lnTo>
                  <a:pt x="96738" y="245566"/>
                </a:lnTo>
                <a:cubicBezTo>
                  <a:pt x="117295" y="245566"/>
                  <a:pt x="133945" y="228916"/>
                  <a:pt x="133945" y="208359"/>
                </a:cubicBezTo>
                <a:lnTo>
                  <a:pt x="133945" y="200918"/>
                </a:lnTo>
                <a:close/>
                <a:moveTo>
                  <a:pt x="85576" y="52090"/>
                </a:moveTo>
                <a:cubicBezTo>
                  <a:pt x="67066" y="52090"/>
                  <a:pt x="52090" y="67066"/>
                  <a:pt x="52090" y="85576"/>
                </a:cubicBezTo>
                <a:cubicBezTo>
                  <a:pt x="52090" y="91762"/>
                  <a:pt x="47113" y="96738"/>
                  <a:pt x="40928" y="96738"/>
                </a:cubicBezTo>
                <a:cubicBezTo>
                  <a:pt x="34742" y="96738"/>
                  <a:pt x="29766" y="91762"/>
                  <a:pt x="29766" y="85576"/>
                </a:cubicBezTo>
                <a:cubicBezTo>
                  <a:pt x="29766" y="54741"/>
                  <a:pt x="54741" y="29766"/>
                  <a:pt x="85576" y="29766"/>
                </a:cubicBezTo>
                <a:cubicBezTo>
                  <a:pt x="91762" y="29766"/>
                  <a:pt x="96738" y="34742"/>
                  <a:pt x="96738" y="40928"/>
                </a:cubicBezTo>
                <a:cubicBezTo>
                  <a:pt x="96738" y="47113"/>
                  <a:pt x="91762" y="52090"/>
                  <a:pt x="85576" y="52090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65" name="Text 63"/>
          <p:cNvSpPr/>
          <p:nvPr/>
        </p:nvSpPr>
        <p:spPr>
          <a:xfrm>
            <a:off x="6734134" y="4242617"/>
            <a:ext cx="2476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Bonnes Pratiques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756954" y="459958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67" name="Text 65"/>
          <p:cNvSpPr/>
          <p:nvPr/>
        </p:nvSpPr>
        <p:spPr>
          <a:xfrm>
            <a:off x="6877009" y="4560005"/>
            <a:ext cx="231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Image Python slim pour réduire la taille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756954" y="4853491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69" name="Text 67"/>
          <p:cNvSpPr/>
          <p:nvPr/>
        </p:nvSpPr>
        <p:spPr>
          <a:xfrm>
            <a:off x="6877009" y="4813915"/>
            <a:ext cx="231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Installation sans cache (--no-cache-dir)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756954" y="510739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71" name="Text 69"/>
          <p:cNvSpPr/>
          <p:nvPr/>
        </p:nvSpPr>
        <p:spPr>
          <a:xfrm>
            <a:off x="6877009" y="5067826"/>
            <a:ext cx="231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Gunicorn pour production (WSGI)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756954" y="536130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73" name="Text 71"/>
          <p:cNvSpPr/>
          <p:nvPr/>
        </p:nvSpPr>
        <p:spPr>
          <a:xfrm>
            <a:off x="6877009" y="5321733"/>
            <a:ext cx="23177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Multi-stage build possible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337" y="325337"/>
            <a:ext cx="11606394" cy="195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b="1" kern="0" spc="5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337" y="585515"/>
            <a:ext cx="11736528" cy="3904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75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Kubernetes (K3s)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5337" y="1073401"/>
            <a:ext cx="780809" cy="32534"/>
          </a:xfrm>
          <a:custGeom>
            <a:avLst/>
            <a:gdLst/>
            <a:ahLst/>
            <a:cxnLst/>
            <a:rect l="l" t="t" r="r" b="b"/>
            <a:pathLst>
              <a:path w="780809" h="32534">
                <a:moveTo>
                  <a:pt x="0" y="0"/>
                </a:moveTo>
                <a:lnTo>
                  <a:pt x="780809" y="0"/>
                </a:lnTo>
                <a:lnTo>
                  <a:pt x="780809" y="32534"/>
                </a:lnTo>
                <a:lnTo>
                  <a:pt x="0" y="32534"/>
                </a:lnTo>
                <a:lnTo>
                  <a:pt x="0" y="0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5" name="Shape 3"/>
          <p:cNvSpPr/>
          <p:nvPr/>
        </p:nvSpPr>
        <p:spPr>
          <a:xfrm>
            <a:off x="329034" y="1239652"/>
            <a:ext cx="5684523" cy="1341275"/>
          </a:xfrm>
          <a:custGeom>
            <a:avLst/>
            <a:gdLst/>
            <a:ahLst/>
            <a:cxnLst/>
            <a:rect l="l" t="t" r="r" b="b"/>
            <a:pathLst>
              <a:path w="5684523" h="1341275">
                <a:moveTo>
                  <a:pt x="97605" y="0"/>
                </a:moveTo>
                <a:lnTo>
                  <a:pt x="5586918" y="0"/>
                </a:lnTo>
                <a:cubicBezTo>
                  <a:pt x="5640824" y="0"/>
                  <a:pt x="5684523" y="43699"/>
                  <a:pt x="5684523" y="97605"/>
                </a:cubicBezTo>
                <a:lnTo>
                  <a:pt x="5684523" y="1243671"/>
                </a:lnTo>
                <a:cubicBezTo>
                  <a:pt x="5684523" y="1297576"/>
                  <a:pt x="5640824" y="1341275"/>
                  <a:pt x="5586918" y="1341275"/>
                </a:cubicBezTo>
                <a:lnTo>
                  <a:pt x="97605" y="1341275"/>
                </a:lnTo>
                <a:cubicBezTo>
                  <a:pt x="43699" y="1341275"/>
                  <a:pt x="0" y="1297576"/>
                  <a:pt x="0" y="1243671"/>
                </a:cubicBezTo>
                <a:lnTo>
                  <a:pt x="0" y="97605"/>
                </a:lnTo>
                <a:cubicBezTo>
                  <a:pt x="0" y="43735"/>
                  <a:pt x="43735" y="0"/>
                  <a:pt x="97605" y="0"/>
                </a:cubicBezTo>
                <a:close/>
              </a:path>
            </a:pathLst>
          </a:custGeom>
          <a:gradFill flip="none" rotWithShape="1">
            <a:gsLst>
              <a:gs pos="0">
                <a:srgbClr val="238636">
                  <a:alpha val="20000"/>
                </a:srgbClr>
              </a:gs>
              <a:gs pos="100000">
                <a:srgbClr val="238636">
                  <a:alpha val="5000"/>
                </a:srgbClr>
              </a:gs>
            </a:gsLst>
            <a:lin ang="2700000" scaled="1"/>
          </a:gra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99" y="1406018"/>
            <a:ext cx="455472" cy="455472"/>
          </a:xfrm>
          <a:custGeom>
            <a:avLst/>
            <a:gdLst/>
            <a:ahLst/>
            <a:cxnLst/>
            <a:rect l="l" t="t" r="r" b="b"/>
            <a:pathLst>
              <a:path w="455472" h="455472">
                <a:moveTo>
                  <a:pt x="97603" y="0"/>
                </a:moveTo>
                <a:lnTo>
                  <a:pt x="357869" y="0"/>
                </a:lnTo>
                <a:cubicBezTo>
                  <a:pt x="411737" y="0"/>
                  <a:pt x="455472" y="43734"/>
                  <a:pt x="455472" y="97603"/>
                </a:cubicBezTo>
                <a:lnTo>
                  <a:pt x="455472" y="357869"/>
                </a:lnTo>
                <a:cubicBezTo>
                  <a:pt x="455472" y="411737"/>
                  <a:pt x="411737" y="455472"/>
                  <a:pt x="357869" y="455472"/>
                </a:cubicBezTo>
                <a:lnTo>
                  <a:pt x="97603" y="455472"/>
                </a:lnTo>
                <a:cubicBezTo>
                  <a:pt x="43734" y="455472"/>
                  <a:pt x="0" y="411737"/>
                  <a:pt x="0" y="357869"/>
                </a:cubicBezTo>
                <a:lnTo>
                  <a:pt x="0" y="97603"/>
                </a:lnTo>
                <a:cubicBezTo>
                  <a:pt x="0" y="43734"/>
                  <a:pt x="43734" y="0"/>
                  <a:pt x="97603" y="0"/>
                </a:cubicBezTo>
                <a:close/>
              </a:path>
            </a:pathLst>
          </a:custGeom>
          <a:solidFill>
            <a:srgbClr val="238636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03144" y="1511728"/>
            <a:ext cx="244003" cy="244003"/>
          </a:xfrm>
          <a:custGeom>
            <a:avLst/>
            <a:gdLst/>
            <a:ahLst/>
            <a:cxnLst/>
            <a:rect l="l" t="t" r="r" b="b"/>
            <a:pathLst>
              <a:path w="244003" h="244003">
                <a:moveTo>
                  <a:pt x="160985" y="98030"/>
                </a:moveTo>
                <a:lnTo>
                  <a:pt x="184146" y="77776"/>
                </a:lnTo>
                <a:cubicBezTo>
                  <a:pt x="190722" y="86974"/>
                  <a:pt x="195297" y="97744"/>
                  <a:pt x="197204" y="109325"/>
                </a:cubicBezTo>
                <a:lnTo>
                  <a:pt x="166513" y="111374"/>
                </a:lnTo>
                <a:cubicBezTo>
                  <a:pt x="165369" y="106561"/>
                  <a:pt x="163463" y="102081"/>
                  <a:pt x="160985" y="98030"/>
                </a:cubicBezTo>
                <a:close/>
                <a:moveTo>
                  <a:pt x="227752" y="107323"/>
                </a:moveTo>
                <a:cubicBezTo>
                  <a:pt x="225226" y="88832"/>
                  <a:pt x="217934" y="71819"/>
                  <a:pt x="207164" y="57617"/>
                </a:cubicBezTo>
                <a:lnTo>
                  <a:pt x="207545" y="57283"/>
                </a:lnTo>
                <a:cubicBezTo>
                  <a:pt x="213979" y="51660"/>
                  <a:pt x="214313" y="41747"/>
                  <a:pt x="208260" y="35743"/>
                </a:cubicBezTo>
                <a:cubicBezTo>
                  <a:pt x="202208" y="29738"/>
                  <a:pt x="192343" y="30024"/>
                  <a:pt x="186719" y="36457"/>
                </a:cubicBezTo>
                <a:lnTo>
                  <a:pt x="186386" y="36839"/>
                </a:lnTo>
                <a:cubicBezTo>
                  <a:pt x="172184" y="26068"/>
                  <a:pt x="155170" y="18777"/>
                  <a:pt x="136680" y="16251"/>
                </a:cubicBezTo>
                <a:lnTo>
                  <a:pt x="136727" y="15727"/>
                </a:lnTo>
                <a:cubicBezTo>
                  <a:pt x="137299" y="7196"/>
                  <a:pt x="130532" y="0"/>
                  <a:pt x="122001" y="0"/>
                </a:cubicBezTo>
                <a:cubicBezTo>
                  <a:pt x="113471" y="0"/>
                  <a:pt x="106704" y="7244"/>
                  <a:pt x="107275" y="15727"/>
                </a:cubicBezTo>
                <a:lnTo>
                  <a:pt x="107323" y="16251"/>
                </a:lnTo>
                <a:cubicBezTo>
                  <a:pt x="88832" y="18777"/>
                  <a:pt x="71819" y="26068"/>
                  <a:pt x="57617" y="36839"/>
                </a:cubicBezTo>
                <a:lnTo>
                  <a:pt x="57283" y="36457"/>
                </a:lnTo>
                <a:cubicBezTo>
                  <a:pt x="51660" y="30024"/>
                  <a:pt x="41747" y="29690"/>
                  <a:pt x="35743" y="35743"/>
                </a:cubicBezTo>
                <a:cubicBezTo>
                  <a:pt x="29738" y="41795"/>
                  <a:pt x="30024" y="51660"/>
                  <a:pt x="36457" y="57283"/>
                </a:cubicBezTo>
                <a:lnTo>
                  <a:pt x="36839" y="57617"/>
                </a:lnTo>
                <a:cubicBezTo>
                  <a:pt x="26068" y="71819"/>
                  <a:pt x="18777" y="88832"/>
                  <a:pt x="16251" y="107323"/>
                </a:cubicBezTo>
                <a:lnTo>
                  <a:pt x="15727" y="107275"/>
                </a:lnTo>
                <a:cubicBezTo>
                  <a:pt x="7196" y="106704"/>
                  <a:pt x="0" y="113471"/>
                  <a:pt x="0" y="122001"/>
                </a:cubicBezTo>
                <a:cubicBezTo>
                  <a:pt x="0" y="130532"/>
                  <a:pt x="7244" y="137299"/>
                  <a:pt x="15727" y="136727"/>
                </a:cubicBezTo>
                <a:lnTo>
                  <a:pt x="16251" y="136680"/>
                </a:lnTo>
                <a:cubicBezTo>
                  <a:pt x="18777" y="155170"/>
                  <a:pt x="26068" y="172184"/>
                  <a:pt x="36839" y="186386"/>
                </a:cubicBezTo>
                <a:lnTo>
                  <a:pt x="36457" y="186719"/>
                </a:lnTo>
                <a:cubicBezTo>
                  <a:pt x="30024" y="192343"/>
                  <a:pt x="29690" y="202255"/>
                  <a:pt x="35743" y="208260"/>
                </a:cubicBezTo>
                <a:cubicBezTo>
                  <a:pt x="41795" y="214265"/>
                  <a:pt x="51660" y="213979"/>
                  <a:pt x="57283" y="207545"/>
                </a:cubicBezTo>
                <a:lnTo>
                  <a:pt x="57617" y="207164"/>
                </a:lnTo>
                <a:cubicBezTo>
                  <a:pt x="71819" y="217934"/>
                  <a:pt x="88832" y="225226"/>
                  <a:pt x="107323" y="227752"/>
                </a:cubicBezTo>
                <a:lnTo>
                  <a:pt x="107275" y="228276"/>
                </a:lnTo>
                <a:cubicBezTo>
                  <a:pt x="106704" y="236806"/>
                  <a:pt x="113471" y="244003"/>
                  <a:pt x="122001" y="244003"/>
                </a:cubicBezTo>
                <a:cubicBezTo>
                  <a:pt x="130532" y="244003"/>
                  <a:pt x="137299" y="236759"/>
                  <a:pt x="136727" y="228276"/>
                </a:cubicBezTo>
                <a:lnTo>
                  <a:pt x="136680" y="227752"/>
                </a:lnTo>
                <a:cubicBezTo>
                  <a:pt x="155170" y="225226"/>
                  <a:pt x="172184" y="217934"/>
                  <a:pt x="186386" y="207164"/>
                </a:cubicBezTo>
                <a:lnTo>
                  <a:pt x="186719" y="207545"/>
                </a:lnTo>
                <a:cubicBezTo>
                  <a:pt x="192343" y="213979"/>
                  <a:pt x="202208" y="214313"/>
                  <a:pt x="208260" y="208260"/>
                </a:cubicBezTo>
                <a:cubicBezTo>
                  <a:pt x="214312" y="202208"/>
                  <a:pt x="213979" y="192343"/>
                  <a:pt x="207545" y="186719"/>
                </a:cubicBezTo>
                <a:lnTo>
                  <a:pt x="207164" y="186386"/>
                </a:lnTo>
                <a:cubicBezTo>
                  <a:pt x="217934" y="172184"/>
                  <a:pt x="225226" y="155170"/>
                  <a:pt x="227752" y="136680"/>
                </a:cubicBezTo>
                <a:lnTo>
                  <a:pt x="228276" y="136727"/>
                </a:lnTo>
                <a:cubicBezTo>
                  <a:pt x="236806" y="137299"/>
                  <a:pt x="244003" y="130532"/>
                  <a:pt x="244003" y="122001"/>
                </a:cubicBezTo>
                <a:cubicBezTo>
                  <a:pt x="244003" y="113471"/>
                  <a:pt x="236759" y="106704"/>
                  <a:pt x="228276" y="107275"/>
                </a:cubicBezTo>
                <a:lnTo>
                  <a:pt x="227752" y="107323"/>
                </a:lnTo>
                <a:close/>
                <a:moveTo>
                  <a:pt x="77776" y="59857"/>
                </a:moveTo>
                <a:cubicBezTo>
                  <a:pt x="86974" y="53280"/>
                  <a:pt x="97744" y="48705"/>
                  <a:pt x="109325" y="46751"/>
                </a:cubicBezTo>
                <a:lnTo>
                  <a:pt x="111374" y="77442"/>
                </a:lnTo>
                <a:cubicBezTo>
                  <a:pt x="106608" y="78586"/>
                  <a:pt x="102081" y="80492"/>
                  <a:pt x="98030" y="82970"/>
                </a:cubicBezTo>
                <a:lnTo>
                  <a:pt x="77776" y="59809"/>
                </a:lnTo>
                <a:close/>
                <a:moveTo>
                  <a:pt x="46799" y="109325"/>
                </a:moveTo>
                <a:cubicBezTo>
                  <a:pt x="48753" y="97696"/>
                  <a:pt x="53328" y="86974"/>
                  <a:pt x="59905" y="77776"/>
                </a:cubicBezTo>
                <a:lnTo>
                  <a:pt x="83066" y="98030"/>
                </a:lnTo>
                <a:cubicBezTo>
                  <a:pt x="80540" y="102081"/>
                  <a:pt x="78681" y="106608"/>
                  <a:pt x="77538" y="111374"/>
                </a:cubicBezTo>
                <a:lnTo>
                  <a:pt x="46847" y="109325"/>
                </a:lnTo>
                <a:close/>
                <a:moveTo>
                  <a:pt x="59905" y="166227"/>
                </a:moveTo>
                <a:cubicBezTo>
                  <a:pt x="53328" y="157029"/>
                  <a:pt x="48753" y="146259"/>
                  <a:pt x="46799" y="134678"/>
                </a:cubicBezTo>
                <a:lnTo>
                  <a:pt x="77490" y="132629"/>
                </a:lnTo>
                <a:cubicBezTo>
                  <a:pt x="78634" y="137442"/>
                  <a:pt x="80540" y="141922"/>
                  <a:pt x="83018" y="145973"/>
                </a:cubicBezTo>
                <a:lnTo>
                  <a:pt x="59857" y="166227"/>
                </a:lnTo>
                <a:close/>
                <a:moveTo>
                  <a:pt x="109372" y="197204"/>
                </a:moveTo>
                <a:cubicBezTo>
                  <a:pt x="97744" y="195250"/>
                  <a:pt x="87021" y="190675"/>
                  <a:pt x="77824" y="184146"/>
                </a:cubicBezTo>
                <a:lnTo>
                  <a:pt x="98078" y="160985"/>
                </a:lnTo>
                <a:cubicBezTo>
                  <a:pt x="102128" y="163510"/>
                  <a:pt x="106656" y="165369"/>
                  <a:pt x="111422" y="166513"/>
                </a:cubicBezTo>
                <a:lnTo>
                  <a:pt x="109372" y="197204"/>
                </a:lnTo>
                <a:close/>
                <a:moveTo>
                  <a:pt x="166274" y="184146"/>
                </a:moveTo>
                <a:cubicBezTo>
                  <a:pt x="157077" y="190722"/>
                  <a:pt x="146306" y="195297"/>
                  <a:pt x="134726" y="197204"/>
                </a:cubicBezTo>
                <a:lnTo>
                  <a:pt x="132676" y="166513"/>
                </a:lnTo>
                <a:cubicBezTo>
                  <a:pt x="137442" y="165369"/>
                  <a:pt x="141970" y="163463"/>
                  <a:pt x="146020" y="160985"/>
                </a:cubicBezTo>
                <a:lnTo>
                  <a:pt x="166274" y="184146"/>
                </a:lnTo>
                <a:close/>
                <a:moveTo>
                  <a:pt x="197251" y="134678"/>
                </a:moveTo>
                <a:cubicBezTo>
                  <a:pt x="195297" y="146306"/>
                  <a:pt x="190722" y="157029"/>
                  <a:pt x="184193" y="166227"/>
                </a:cubicBezTo>
                <a:lnTo>
                  <a:pt x="161032" y="145973"/>
                </a:lnTo>
                <a:cubicBezTo>
                  <a:pt x="163558" y="141874"/>
                  <a:pt x="165417" y="137394"/>
                  <a:pt x="166560" y="132629"/>
                </a:cubicBezTo>
                <a:lnTo>
                  <a:pt x="197251" y="134678"/>
                </a:lnTo>
                <a:close/>
                <a:moveTo>
                  <a:pt x="166274" y="59905"/>
                </a:moveTo>
                <a:lnTo>
                  <a:pt x="146020" y="83066"/>
                </a:lnTo>
                <a:cubicBezTo>
                  <a:pt x="141922" y="80540"/>
                  <a:pt x="137442" y="78681"/>
                  <a:pt x="132676" y="77538"/>
                </a:cubicBezTo>
                <a:lnTo>
                  <a:pt x="134726" y="46847"/>
                </a:lnTo>
                <a:cubicBezTo>
                  <a:pt x="146354" y="48801"/>
                  <a:pt x="157077" y="53376"/>
                  <a:pt x="166274" y="59952"/>
                </a:cubicBezTo>
                <a:close/>
                <a:moveTo>
                  <a:pt x="122001" y="106751"/>
                </a:moveTo>
                <a:cubicBezTo>
                  <a:pt x="130418" y="106751"/>
                  <a:pt x="137252" y="113585"/>
                  <a:pt x="137252" y="122001"/>
                </a:cubicBezTo>
                <a:cubicBezTo>
                  <a:pt x="137252" y="130418"/>
                  <a:pt x="130418" y="137252"/>
                  <a:pt x="122001" y="137252"/>
                </a:cubicBezTo>
                <a:cubicBezTo>
                  <a:pt x="113585" y="137252"/>
                  <a:pt x="106751" y="130418"/>
                  <a:pt x="106751" y="122001"/>
                </a:cubicBezTo>
                <a:cubicBezTo>
                  <a:pt x="106751" y="113585"/>
                  <a:pt x="113585" y="106751"/>
                  <a:pt x="122001" y="10675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8" name="Text 6"/>
          <p:cNvSpPr/>
          <p:nvPr/>
        </p:nvSpPr>
        <p:spPr>
          <a:xfrm>
            <a:off x="1080913" y="1406018"/>
            <a:ext cx="2074023" cy="26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35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Orchestration Légère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0913" y="1666311"/>
            <a:ext cx="2041489" cy="195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K3s - Kubernetes simplifié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5399" y="1991533"/>
            <a:ext cx="5416859" cy="4229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5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K3s</a:t>
            </a:r>
            <a:r>
              <a:rPr lang="en-US" sz="1025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est une distribution Kubernetes légère qui conserve toutes les fonctionnalités essentielles tout en étant optimisée pour les environnements aux ressources limitées.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9034" y="2717996"/>
            <a:ext cx="5684523" cy="3927704"/>
          </a:xfrm>
          <a:custGeom>
            <a:avLst/>
            <a:gdLst/>
            <a:ahLst/>
            <a:cxnLst/>
            <a:rect l="l" t="t" r="r" b="b"/>
            <a:pathLst>
              <a:path w="5684523" h="3927704">
                <a:moveTo>
                  <a:pt x="97603" y="0"/>
                </a:moveTo>
                <a:lnTo>
                  <a:pt x="5586919" y="0"/>
                </a:lnTo>
                <a:cubicBezTo>
                  <a:pt x="5640824" y="0"/>
                  <a:pt x="5684523" y="43699"/>
                  <a:pt x="5684523" y="97603"/>
                </a:cubicBezTo>
                <a:lnTo>
                  <a:pt x="5684523" y="3830100"/>
                </a:lnTo>
                <a:cubicBezTo>
                  <a:pt x="5684523" y="3884005"/>
                  <a:pt x="5640824" y="3927704"/>
                  <a:pt x="5586919" y="3927704"/>
                </a:cubicBezTo>
                <a:lnTo>
                  <a:pt x="97603" y="3927704"/>
                </a:lnTo>
                <a:cubicBezTo>
                  <a:pt x="43699" y="3927704"/>
                  <a:pt x="0" y="3884005"/>
                  <a:pt x="0" y="3830100"/>
                </a:cubicBezTo>
                <a:lnTo>
                  <a:pt x="0" y="97603"/>
                </a:lnTo>
                <a:cubicBezTo>
                  <a:pt x="0" y="43735"/>
                  <a:pt x="43735" y="0"/>
                  <a:pt x="97603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6066" y="2916825"/>
            <a:ext cx="122001" cy="162668"/>
          </a:xfrm>
          <a:custGeom>
            <a:avLst/>
            <a:gdLst/>
            <a:ahLst/>
            <a:cxnLst/>
            <a:rect l="l" t="t" r="r" b="b"/>
            <a:pathLst>
              <a:path w="122001" h="162668">
                <a:moveTo>
                  <a:pt x="0" y="20334"/>
                </a:moveTo>
                <a:cubicBezTo>
                  <a:pt x="0" y="9118"/>
                  <a:pt x="9118" y="0"/>
                  <a:pt x="20334" y="0"/>
                </a:cubicBezTo>
                <a:lnTo>
                  <a:pt x="67831" y="0"/>
                </a:lnTo>
                <a:cubicBezTo>
                  <a:pt x="73233" y="0"/>
                  <a:pt x="78411" y="2129"/>
                  <a:pt x="82224" y="5941"/>
                </a:cubicBezTo>
                <a:lnTo>
                  <a:pt x="116060" y="39809"/>
                </a:lnTo>
                <a:cubicBezTo>
                  <a:pt x="119873" y="43622"/>
                  <a:pt x="122001" y="48801"/>
                  <a:pt x="122001" y="54202"/>
                </a:cubicBezTo>
                <a:lnTo>
                  <a:pt x="122001" y="142335"/>
                </a:lnTo>
                <a:cubicBezTo>
                  <a:pt x="122001" y="153550"/>
                  <a:pt x="112883" y="162668"/>
                  <a:pt x="101668" y="162668"/>
                </a:cubicBezTo>
                <a:lnTo>
                  <a:pt x="20334" y="162668"/>
                </a:lnTo>
                <a:cubicBezTo>
                  <a:pt x="9118" y="162668"/>
                  <a:pt x="0" y="153550"/>
                  <a:pt x="0" y="142335"/>
                </a:cubicBezTo>
                <a:lnTo>
                  <a:pt x="0" y="20334"/>
                </a:lnTo>
                <a:close/>
                <a:moveTo>
                  <a:pt x="66084" y="18586"/>
                </a:moveTo>
                <a:lnTo>
                  <a:pt x="66084" y="48292"/>
                </a:lnTo>
                <a:cubicBezTo>
                  <a:pt x="66084" y="52518"/>
                  <a:pt x="69484" y="55917"/>
                  <a:pt x="73709" y="55917"/>
                </a:cubicBezTo>
                <a:lnTo>
                  <a:pt x="103415" y="55917"/>
                </a:lnTo>
                <a:lnTo>
                  <a:pt x="66084" y="18586"/>
                </a:lnTo>
                <a:close/>
                <a:moveTo>
                  <a:pt x="38125" y="81334"/>
                </a:moveTo>
                <a:cubicBezTo>
                  <a:pt x="33900" y="81334"/>
                  <a:pt x="30500" y="84734"/>
                  <a:pt x="30500" y="88959"/>
                </a:cubicBezTo>
                <a:cubicBezTo>
                  <a:pt x="30500" y="93185"/>
                  <a:pt x="33900" y="96584"/>
                  <a:pt x="38125" y="96584"/>
                </a:cubicBezTo>
                <a:lnTo>
                  <a:pt x="83876" y="96584"/>
                </a:lnTo>
                <a:cubicBezTo>
                  <a:pt x="88101" y="96584"/>
                  <a:pt x="91501" y="93185"/>
                  <a:pt x="91501" y="88959"/>
                </a:cubicBezTo>
                <a:cubicBezTo>
                  <a:pt x="91501" y="84734"/>
                  <a:pt x="88101" y="81334"/>
                  <a:pt x="83876" y="81334"/>
                </a:cubicBezTo>
                <a:lnTo>
                  <a:pt x="38125" y="81334"/>
                </a:lnTo>
                <a:close/>
                <a:moveTo>
                  <a:pt x="38125" y="111835"/>
                </a:moveTo>
                <a:cubicBezTo>
                  <a:pt x="33900" y="111835"/>
                  <a:pt x="30500" y="115234"/>
                  <a:pt x="30500" y="119460"/>
                </a:cubicBezTo>
                <a:cubicBezTo>
                  <a:pt x="30500" y="123685"/>
                  <a:pt x="33900" y="127085"/>
                  <a:pt x="38125" y="127085"/>
                </a:cubicBezTo>
                <a:lnTo>
                  <a:pt x="83876" y="127085"/>
                </a:lnTo>
                <a:cubicBezTo>
                  <a:pt x="88101" y="127085"/>
                  <a:pt x="91501" y="123685"/>
                  <a:pt x="91501" y="119460"/>
                </a:cubicBezTo>
                <a:cubicBezTo>
                  <a:pt x="91501" y="115234"/>
                  <a:pt x="88101" y="111835"/>
                  <a:pt x="83876" y="111835"/>
                </a:cubicBezTo>
                <a:lnTo>
                  <a:pt x="38125" y="111835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13" name="Text 11"/>
          <p:cNvSpPr/>
          <p:nvPr/>
        </p:nvSpPr>
        <p:spPr>
          <a:xfrm>
            <a:off x="698735" y="2884359"/>
            <a:ext cx="5229791" cy="227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deployment.yaml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9096" y="3245859"/>
            <a:ext cx="5342919" cy="3228229"/>
          </a:xfrm>
          <a:custGeom>
            <a:avLst/>
            <a:gdLst/>
            <a:ahLst/>
            <a:cxnLst/>
            <a:rect l="l" t="t" r="r" b="b"/>
            <a:pathLst>
              <a:path w="5342919" h="3228229">
                <a:moveTo>
                  <a:pt x="65081" y="0"/>
                </a:moveTo>
                <a:lnTo>
                  <a:pt x="5277838" y="0"/>
                </a:lnTo>
                <a:cubicBezTo>
                  <a:pt x="5313781" y="0"/>
                  <a:pt x="5342919" y="29138"/>
                  <a:pt x="5342919" y="65081"/>
                </a:cubicBezTo>
                <a:lnTo>
                  <a:pt x="5342919" y="3163148"/>
                </a:lnTo>
                <a:cubicBezTo>
                  <a:pt x="5342919" y="3199091"/>
                  <a:pt x="5313781" y="3228229"/>
                  <a:pt x="5277838" y="3228229"/>
                </a:cubicBezTo>
                <a:lnTo>
                  <a:pt x="65081" y="3228229"/>
                </a:lnTo>
                <a:cubicBezTo>
                  <a:pt x="29138" y="3228229"/>
                  <a:pt x="0" y="3199091"/>
                  <a:pt x="0" y="3163148"/>
                </a:cubicBezTo>
                <a:lnTo>
                  <a:pt x="0" y="65081"/>
                </a:lnTo>
                <a:cubicBezTo>
                  <a:pt x="0" y="29162"/>
                  <a:pt x="29162" y="0"/>
                  <a:pt x="65081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882" y="3379643"/>
            <a:ext cx="5132189" cy="29605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apiVersion: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apps/v1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kind: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Deployment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metadata: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name: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task-manager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spec: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replicas: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2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selector: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matchLabels:</a:t>
            </a:r>
            <a:r>
              <a:rPr lang="en-US" sz="89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app: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task-manager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template:spec:containers: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- 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name: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task-manager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image: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seiflegnioui/task-manager:latest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</a:t>
            </a: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ports: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    - 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containerPort: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5000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9668" y="1239652"/>
            <a:ext cx="5684523" cy="3187562"/>
          </a:xfrm>
          <a:custGeom>
            <a:avLst/>
            <a:gdLst/>
            <a:ahLst/>
            <a:cxnLst/>
            <a:rect l="l" t="t" r="r" b="b"/>
            <a:pathLst>
              <a:path w="5684523" h="3187562">
                <a:moveTo>
                  <a:pt x="97603" y="0"/>
                </a:moveTo>
                <a:lnTo>
                  <a:pt x="5586920" y="0"/>
                </a:lnTo>
                <a:cubicBezTo>
                  <a:pt x="5640824" y="0"/>
                  <a:pt x="5684523" y="43698"/>
                  <a:pt x="5684523" y="97603"/>
                </a:cubicBezTo>
                <a:lnTo>
                  <a:pt x="5684523" y="3089959"/>
                </a:lnTo>
                <a:cubicBezTo>
                  <a:pt x="5684523" y="3143864"/>
                  <a:pt x="5640824" y="3187562"/>
                  <a:pt x="5586920" y="3187562"/>
                </a:cubicBezTo>
                <a:lnTo>
                  <a:pt x="97603" y="3187562"/>
                </a:lnTo>
                <a:cubicBezTo>
                  <a:pt x="43698" y="3187562"/>
                  <a:pt x="0" y="3143864"/>
                  <a:pt x="0" y="3089959"/>
                </a:cubicBezTo>
                <a:lnTo>
                  <a:pt x="0" y="97603"/>
                </a:lnTo>
                <a:cubicBezTo>
                  <a:pt x="0" y="43735"/>
                  <a:pt x="43735" y="0"/>
                  <a:pt x="97603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6200" y="1438484"/>
            <a:ext cx="183002" cy="162668"/>
          </a:xfrm>
          <a:custGeom>
            <a:avLst/>
            <a:gdLst/>
            <a:ahLst/>
            <a:cxnLst/>
            <a:rect l="l" t="t" r="r" b="b"/>
            <a:pathLst>
              <a:path w="183002" h="162668">
                <a:moveTo>
                  <a:pt x="78793" y="27959"/>
                </a:moveTo>
                <a:lnTo>
                  <a:pt x="104209" y="27959"/>
                </a:lnTo>
                <a:lnTo>
                  <a:pt x="104209" y="43209"/>
                </a:lnTo>
                <a:lnTo>
                  <a:pt x="78793" y="43209"/>
                </a:lnTo>
                <a:lnTo>
                  <a:pt x="78793" y="27959"/>
                </a:lnTo>
                <a:close/>
                <a:moveTo>
                  <a:pt x="76251" y="10167"/>
                </a:moveTo>
                <a:cubicBezTo>
                  <a:pt x="67831" y="10167"/>
                  <a:pt x="61001" y="16998"/>
                  <a:pt x="61001" y="25417"/>
                </a:cubicBezTo>
                <a:lnTo>
                  <a:pt x="61001" y="45751"/>
                </a:lnTo>
                <a:cubicBezTo>
                  <a:pt x="61001" y="54170"/>
                  <a:pt x="67831" y="61001"/>
                  <a:pt x="76251" y="61001"/>
                </a:cubicBezTo>
                <a:lnTo>
                  <a:pt x="81334" y="61001"/>
                </a:lnTo>
                <a:lnTo>
                  <a:pt x="81334" y="71167"/>
                </a:lnTo>
                <a:lnTo>
                  <a:pt x="10167" y="71167"/>
                </a:lnTo>
                <a:cubicBezTo>
                  <a:pt x="4543" y="71167"/>
                  <a:pt x="0" y="75711"/>
                  <a:pt x="0" y="81334"/>
                </a:cubicBezTo>
                <a:cubicBezTo>
                  <a:pt x="0" y="86958"/>
                  <a:pt x="4543" y="91501"/>
                  <a:pt x="10167" y="91501"/>
                </a:cubicBezTo>
                <a:lnTo>
                  <a:pt x="40667" y="91501"/>
                </a:lnTo>
                <a:lnTo>
                  <a:pt x="40667" y="101668"/>
                </a:lnTo>
                <a:lnTo>
                  <a:pt x="35584" y="101668"/>
                </a:lnTo>
                <a:cubicBezTo>
                  <a:pt x="27164" y="101668"/>
                  <a:pt x="20334" y="108499"/>
                  <a:pt x="20334" y="116918"/>
                </a:cubicBezTo>
                <a:lnTo>
                  <a:pt x="20334" y="137252"/>
                </a:lnTo>
                <a:cubicBezTo>
                  <a:pt x="20334" y="145671"/>
                  <a:pt x="27164" y="152502"/>
                  <a:pt x="35584" y="152502"/>
                </a:cubicBezTo>
                <a:lnTo>
                  <a:pt x="66084" y="152502"/>
                </a:lnTo>
                <a:cubicBezTo>
                  <a:pt x="74503" y="152502"/>
                  <a:pt x="81334" y="145671"/>
                  <a:pt x="81334" y="137252"/>
                </a:cubicBezTo>
                <a:lnTo>
                  <a:pt x="81334" y="116918"/>
                </a:lnTo>
                <a:cubicBezTo>
                  <a:pt x="81334" y="108499"/>
                  <a:pt x="74503" y="101668"/>
                  <a:pt x="66084" y="101668"/>
                </a:cubicBezTo>
                <a:lnTo>
                  <a:pt x="61001" y="101668"/>
                </a:lnTo>
                <a:lnTo>
                  <a:pt x="61001" y="91501"/>
                </a:lnTo>
                <a:lnTo>
                  <a:pt x="122001" y="91501"/>
                </a:lnTo>
                <a:lnTo>
                  <a:pt x="122001" y="101668"/>
                </a:lnTo>
                <a:lnTo>
                  <a:pt x="116918" y="101668"/>
                </a:lnTo>
                <a:cubicBezTo>
                  <a:pt x="108499" y="101668"/>
                  <a:pt x="101668" y="108499"/>
                  <a:pt x="101668" y="116918"/>
                </a:cubicBezTo>
                <a:lnTo>
                  <a:pt x="101668" y="137252"/>
                </a:lnTo>
                <a:cubicBezTo>
                  <a:pt x="101668" y="145671"/>
                  <a:pt x="108499" y="152502"/>
                  <a:pt x="116918" y="152502"/>
                </a:cubicBezTo>
                <a:lnTo>
                  <a:pt x="147418" y="152502"/>
                </a:lnTo>
                <a:cubicBezTo>
                  <a:pt x="155838" y="152502"/>
                  <a:pt x="162668" y="145671"/>
                  <a:pt x="162668" y="137252"/>
                </a:cubicBezTo>
                <a:lnTo>
                  <a:pt x="162668" y="116918"/>
                </a:lnTo>
                <a:cubicBezTo>
                  <a:pt x="162668" y="108499"/>
                  <a:pt x="155838" y="101668"/>
                  <a:pt x="147418" y="101668"/>
                </a:cubicBezTo>
                <a:lnTo>
                  <a:pt x="142335" y="101668"/>
                </a:lnTo>
                <a:lnTo>
                  <a:pt x="142335" y="91501"/>
                </a:lnTo>
                <a:lnTo>
                  <a:pt x="172835" y="91501"/>
                </a:lnTo>
                <a:cubicBezTo>
                  <a:pt x="178459" y="91501"/>
                  <a:pt x="183002" y="86958"/>
                  <a:pt x="183002" y="81334"/>
                </a:cubicBezTo>
                <a:cubicBezTo>
                  <a:pt x="183002" y="75711"/>
                  <a:pt x="178459" y="71167"/>
                  <a:pt x="172835" y="71167"/>
                </a:cubicBezTo>
                <a:lnTo>
                  <a:pt x="101668" y="71167"/>
                </a:lnTo>
                <a:lnTo>
                  <a:pt x="101668" y="61001"/>
                </a:lnTo>
                <a:lnTo>
                  <a:pt x="106751" y="61001"/>
                </a:lnTo>
                <a:cubicBezTo>
                  <a:pt x="115171" y="61001"/>
                  <a:pt x="122001" y="54170"/>
                  <a:pt x="122001" y="45751"/>
                </a:cubicBezTo>
                <a:lnTo>
                  <a:pt x="122001" y="25417"/>
                </a:lnTo>
                <a:cubicBezTo>
                  <a:pt x="122001" y="16998"/>
                  <a:pt x="115171" y="10167"/>
                  <a:pt x="106751" y="10167"/>
                </a:cubicBezTo>
                <a:lnTo>
                  <a:pt x="76251" y="10167"/>
                </a:lnTo>
                <a:close/>
                <a:moveTo>
                  <a:pt x="142335" y="119460"/>
                </a:moveTo>
                <a:lnTo>
                  <a:pt x="144877" y="119460"/>
                </a:lnTo>
                <a:lnTo>
                  <a:pt x="144877" y="134710"/>
                </a:lnTo>
                <a:lnTo>
                  <a:pt x="119460" y="134710"/>
                </a:lnTo>
                <a:lnTo>
                  <a:pt x="119460" y="119460"/>
                </a:lnTo>
                <a:lnTo>
                  <a:pt x="142335" y="119460"/>
                </a:lnTo>
                <a:close/>
                <a:moveTo>
                  <a:pt x="61001" y="119460"/>
                </a:moveTo>
                <a:lnTo>
                  <a:pt x="63542" y="119460"/>
                </a:lnTo>
                <a:lnTo>
                  <a:pt x="63542" y="134710"/>
                </a:lnTo>
                <a:lnTo>
                  <a:pt x="38125" y="134710"/>
                </a:lnTo>
                <a:lnTo>
                  <a:pt x="38125" y="119460"/>
                </a:lnTo>
                <a:lnTo>
                  <a:pt x="61001" y="119460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18" name="Text 16"/>
          <p:cNvSpPr/>
          <p:nvPr/>
        </p:nvSpPr>
        <p:spPr>
          <a:xfrm>
            <a:off x="6549369" y="1406018"/>
            <a:ext cx="5229791" cy="227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service.yaml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49730" y="1767518"/>
            <a:ext cx="5342919" cy="2488088"/>
          </a:xfrm>
          <a:custGeom>
            <a:avLst/>
            <a:gdLst/>
            <a:ahLst/>
            <a:cxnLst/>
            <a:rect l="l" t="t" r="r" b="b"/>
            <a:pathLst>
              <a:path w="5342919" h="2488088">
                <a:moveTo>
                  <a:pt x="65063" y="0"/>
                </a:moveTo>
                <a:lnTo>
                  <a:pt x="5277856" y="0"/>
                </a:lnTo>
                <a:cubicBezTo>
                  <a:pt x="5313789" y="0"/>
                  <a:pt x="5342919" y="29130"/>
                  <a:pt x="5342919" y="65063"/>
                </a:cubicBezTo>
                <a:lnTo>
                  <a:pt x="5342919" y="2423024"/>
                </a:lnTo>
                <a:cubicBezTo>
                  <a:pt x="5342919" y="2458958"/>
                  <a:pt x="5313789" y="2488088"/>
                  <a:pt x="5277856" y="2488088"/>
                </a:cubicBezTo>
                <a:lnTo>
                  <a:pt x="65063" y="2488088"/>
                </a:lnTo>
                <a:cubicBezTo>
                  <a:pt x="29130" y="2488088"/>
                  <a:pt x="0" y="2458958"/>
                  <a:pt x="0" y="2423024"/>
                </a:cubicBezTo>
                <a:lnTo>
                  <a:pt x="0" y="65063"/>
                </a:lnTo>
                <a:cubicBezTo>
                  <a:pt x="0" y="29130"/>
                  <a:pt x="29130" y="0"/>
                  <a:pt x="65063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516" y="1901303"/>
            <a:ext cx="5132189" cy="22204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apiVersion: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v1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kind: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Service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metadata: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name: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task-manager-service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spec: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type: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NodePort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selector:</a:t>
            </a:r>
            <a:r>
              <a:rPr lang="en-US" sz="89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app: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task-manager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</a:t>
            </a:r>
            <a:r>
              <a:rPr lang="en-US" sz="89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ports: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- 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port: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5000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targetPort: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5000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   </a:t>
            </a:r>
            <a:r>
              <a:rPr lang="en-US" sz="89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nodePort:</a:t>
            </a:r>
            <a:r>
              <a:rPr lang="en-US" sz="895" dirty="0">
                <a:solidFill>
                  <a:srgbClr val="E6EDF3">
                    <a:alpha val="80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 30080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9668" y="4563612"/>
            <a:ext cx="2772758" cy="975271"/>
          </a:xfrm>
          <a:custGeom>
            <a:avLst/>
            <a:gdLst/>
            <a:ahLst/>
            <a:cxnLst/>
            <a:rect l="l" t="t" r="r" b="b"/>
            <a:pathLst>
              <a:path w="2772758" h="975271">
                <a:moveTo>
                  <a:pt x="97605" y="0"/>
                </a:moveTo>
                <a:lnTo>
                  <a:pt x="2675152" y="0"/>
                </a:lnTo>
                <a:cubicBezTo>
                  <a:pt x="2729058" y="0"/>
                  <a:pt x="2772758" y="43699"/>
                  <a:pt x="2772758" y="97605"/>
                </a:cubicBezTo>
                <a:lnTo>
                  <a:pt x="2772758" y="877666"/>
                </a:lnTo>
                <a:cubicBezTo>
                  <a:pt x="2772758" y="931572"/>
                  <a:pt x="2729058" y="975271"/>
                  <a:pt x="2675152" y="975271"/>
                </a:cubicBezTo>
                <a:lnTo>
                  <a:pt x="97605" y="975271"/>
                </a:lnTo>
                <a:cubicBezTo>
                  <a:pt x="43699" y="975271"/>
                  <a:pt x="0" y="931572"/>
                  <a:pt x="0" y="877666"/>
                </a:cubicBezTo>
                <a:lnTo>
                  <a:pt x="0" y="97605"/>
                </a:lnTo>
                <a:cubicBezTo>
                  <a:pt x="0" y="43735"/>
                  <a:pt x="43735" y="0"/>
                  <a:pt x="9760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7854" y="4713572"/>
            <a:ext cx="195202" cy="195202"/>
          </a:xfrm>
          <a:custGeom>
            <a:avLst/>
            <a:gdLst/>
            <a:ahLst/>
            <a:cxnLst/>
            <a:rect l="l" t="t" r="r" b="b"/>
            <a:pathLst>
              <a:path w="195202" h="195202">
                <a:moveTo>
                  <a:pt x="97601" y="41137"/>
                </a:moveTo>
                <a:lnTo>
                  <a:pt x="91882" y="33207"/>
                </a:lnTo>
                <a:cubicBezTo>
                  <a:pt x="82351" y="20016"/>
                  <a:pt x="67063" y="12200"/>
                  <a:pt x="50745" y="12200"/>
                </a:cubicBezTo>
                <a:cubicBezTo>
                  <a:pt x="22723" y="12200"/>
                  <a:pt x="0" y="34923"/>
                  <a:pt x="0" y="62945"/>
                </a:cubicBezTo>
                <a:lnTo>
                  <a:pt x="0" y="63936"/>
                </a:lnTo>
                <a:cubicBezTo>
                  <a:pt x="0" y="72934"/>
                  <a:pt x="2364" y="82237"/>
                  <a:pt x="6329" y="91501"/>
                </a:cubicBezTo>
                <a:lnTo>
                  <a:pt x="46742" y="91501"/>
                </a:lnTo>
                <a:cubicBezTo>
                  <a:pt x="47962" y="91501"/>
                  <a:pt x="49067" y="90777"/>
                  <a:pt x="49563" y="89633"/>
                </a:cubicBezTo>
                <a:lnTo>
                  <a:pt x="61687" y="60543"/>
                </a:lnTo>
                <a:cubicBezTo>
                  <a:pt x="63098" y="57188"/>
                  <a:pt x="66376" y="54977"/>
                  <a:pt x="69998" y="54901"/>
                </a:cubicBezTo>
                <a:cubicBezTo>
                  <a:pt x="73620" y="54824"/>
                  <a:pt x="76975" y="56959"/>
                  <a:pt x="78462" y="60276"/>
                </a:cubicBezTo>
                <a:lnTo>
                  <a:pt x="98020" y="103701"/>
                </a:lnTo>
                <a:lnTo>
                  <a:pt x="113804" y="72133"/>
                </a:lnTo>
                <a:cubicBezTo>
                  <a:pt x="115368" y="69045"/>
                  <a:pt x="118532" y="67063"/>
                  <a:pt x="122001" y="67063"/>
                </a:cubicBezTo>
                <a:cubicBezTo>
                  <a:pt x="125471" y="67063"/>
                  <a:pt x="128635" y="69007"/>
                  <a:pt x="130198" y="72133"/>
                </a:cubicBezTo>
                <a:lnTo>
                  <a:pt x="139043" y="89785"/>
                </a:lnTo>
                <a:cubicBezTo>
                  <a:pt x="139577" y="90815"/>
                  <a:pt x="140607" y="91463"/>
                  <a:pt x="141788" y="91463"/>
                </a:cubicBezTo>
                <a:lnTo>
                  <a:pt x="188911" y="91463"/>
                </a:lnTo>
                <a:cubicBezTo>
                  <a:pt x="192915" y="82198"/>
                  <a:pt x="195240" y="72896"/>
                  <a:pt x="195240" y="63898"/>
                </a:cubicBezTo>
                <a:lnTo>
                  <a:pt x="195240" y="62907"/>
                </a:lnTo>
                <a:cubicBezTo>
                  <a:pt x="195202" y="34923"/>
                  <a:pt x="172479" y="12200"/>
                  <a:pt x="144457" y="12200"/>
                </a:cubicBezTo>
                <a:cubicBezTo>
                  <a:pt x="128178" y="12200"/>
                  <a:pt x="112851" y="20016"/>
                  <a:pt x="103320" y="33207"/>
                </a:cubicBezTo>
                <a:lnTo>
                  <a:pt x="97601" y="41099"/>
                </a:lnTo>
                <a:close/>
                <a:moveTo>
                  <a:pt x="179037" y="109801"/>
                </a:moveTo>
                <a:lnTo>
                  <a:pt x="141750" y="109801"/>
                </a:lnTo>
                <a:cubicBezTo>
                  <a:pt x="133668" y="109801"/>
                  <a:pt x="126271" y="105226"/>
                  <a:pt x="122649" y="97982"/>
                </a:cubicBezTo>
                <a:lnTo>
                  <a:pt x="122001" y="96686"/>
                </a:lnTo>
                <a:lnTo>
                  <a:pt x="105798" y="129131"/>
                </a:lnTo>
                <a:cubicBezTo>
                  <a:pt x="104235" y="132295"/>
                  <a:pt x="100956" y="134278"/>
                  <a:pt x="97410" y="134201"/>
                </a:cubicBezTo>
                <a:cubicBezTo>
                  <a:pt x="93865" y="134125"/>
                  <a:pt x="90700" y="132028"/>
                  <a:pt x="89252" y="128826"/>
                </a:cubicBezTo>
                <a:lnTo>
                  <a:pt x="70456" y="87078"/>
                </a:lnTo>
                <a:lnTo>
                  <a:pt x="66453" y="96686"/>
                </a:lnTo>
                <a:cubicBezTo>
                  <a:pt x="63136" y="104654"/>
                  <a:pt x="55358" y="109839"/>
                  <a:pt x="46742" y="109839"/>
                </a:cubicBezTo>
                <a:lnTo>
                  <a:pt x="16165" y="109839"/>
                </a:lnTo>
                <a:cubicBezTo>
                  <a:pt x="34160" y="137976"/>
                  <a:pt x="63059" y="163863"/>
                  <a:pt x="81131" y="177664"/>
                </a:cubicBezTo>
                <a:cubicBezTo>
                  <a:pt x="85858" y="181248"/>
                  <a:pt x="91654" y="183040"/>
                  <a:pt x="97563" y="183040"/>
                </a:cubicBezTo>
                <a:cubicBezTo>
                  <a:pt x="103472" y="183040"/>
                  <a:pt x="109306" y="181286"/>
                  <a:pt x="113995" y="177664"/>
                </a:cubicBezTo>
                <a:cubicBezTo>
                  <a:pt x="132143" y="163825"/>
                  <a:pt x="161042" y="137938"/>
                  <a:pt x="179037" y="10980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3" name="Text 21"/>
          <p:cNvSpPr/>
          <p:nvPr/>
        </p:nvSpPr>
        <p:spPr>
          <a:xfrm>
            <a:off x="6654965" y="4697397"/>
            <a:ext cx="919077" cy="227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Self-Healing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3453" y="5022503"/>
            <a:ext cx="2570161" cy="195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Redémarrage auto des pods en échec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88637" y="4563612"/>
            <a:ext cx="2772758" cy="975271"/>
          </a:xfrm>
          <a:custGeom>
            <a:avLst/>
            <a:gdLst/>
            <a:ahLst/>
            <a:cxnLst/>
            <a:rect l="l" t="t" r="r" b="b"/>
            <a:pathLst>
              <a:path w="2772758" h="975271">
                <a:moveTo>
                  <a:pt x="97605" y="0"/>
                </a:moveTo>
                <a:lnTo>
                  <a:pt x="2675152" y="0"/>
                </a:lnTo>
                <a:cubicBezTo>
                  <a:pt x="2729058" y="0"/>
                  <a:pt x="2772758" y="43699"/>
                  <a:pt x="2772758" y="97605"/>
                </a:cubicBezTo>
                <a:lnTo>
                  <a:pt x="2772758" y="877666"/>
                </a:lnTo>
                <a:cubicBezTo>
                  <a:pt x="2772758" y="931572"/>
                  <a:pt x="2729058" y="975271"/>
                  <a:pt x="2675152" y="975271"/>
                </a:cubicBezTo>
                <a:lnTo>
                  <a:pt x="97605" y="975271"/>
                </a:lnTo>
                <a:cubicBezTo>
                  <a:pt x="43699" y="975271"/>
                  <a:pt x="0" y="931572"/>
                  <a:pt x="0" y="877666"/>
                </a:cubicBezTo>
                <a:lnTo>
                  <a:pt x="0" y="97605"/>
                </a:lnTo>
                <a:cubicBezTo>
                  <a:pt x="0" y="43735"/>
                  <a:pt x="43735" y="0"/>
                  <a:pt x="9760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9023" y="4713572"/>
            <a:ext cx="170802" cy="195202"/>
          </a:xfrm>
          <a:custGeom>
            <a:avLst/>
            <a:gdLst/>
            <a:ahLst/>
            <a:cxnLst/>
            <a:rect l="l" t="t" r="r" b="b"/>
            <a:pathLst>
              <a:path w="170802" h="195202">
                <a:moveTo>
                  <a:pt x="64051" y="12200"/>
                </a:moveTo>
                <a:lnTo>
                  <a:pt x="9150" y="12200"/>
                </a:lnTo>
                <a:cubicBezTo>
                  <a:pt x="4079" y="12200"/>
                  <a:pt x="0" y="16280"/>
                  <a:pt x="0" y="21350"/>
                </a:cubicBezTo>
                <a:lnTo>
                  <a:pt x="0" y="76251"/>
                </a:lnTo>
                <a:cubicBezTo>
                  <a:pt x="0" y="79949"/>
                  <a:pt x="2211" y="83304"/>
                  <a:pt x="5643" y="84715"/>
                </a:cubicBezTo>
                <a:cubicBezTo>
                  <a:pt x="9074" y="86125"/>
                  <a:pt x="13001" y="85325"/>
                  <a:pt x="15631" y="82732"/>
                </a:cubicBezTo>
                <a:lnTo>
                  <a:pt x="30882" y="67482"/>
                </a:lnTo>
                <a:lnTo>
                  <a:pt x="61001" y="97601"/>
                </a:lnTo>
                <a:lnTo>
                  <a:pt x="30882" y="127720"/>
                </a:lnTo>
                <a:lnTo>
                  <a:pt x="15631" y="112470"/>
                </a:lnTo>
                <a:cubicBezTo>
                  <a:pt x="13001" y="109839"/>
                  <a:pt x="9074" y="109077"/>
                  <a:pt x="5643" y="110487"/>
                </a:cubicBezTo>
                <a:cubicBezTo>
                  <a:pt x="2211" y="111898"/>
                  <a:pt x="0" y="115253"/>
                  <a:pt x="0" y="118951"/>
                </a:cubicBezTo>
                <a:lnTo>
                  <a:pt x="0" y="173852"/>
                </a:lnTo>
                <a:cubicBezTo>
                  <a:pt x="0" y="178923"/>
                  <a:pt x="4079" y="183002"/>
                  <a:pt x="9150" y="183002"/>
                </a:cubicBezTo>
                <a:lnTo>
                  <a:pt x="64051" y="183002"/>
                </a:lnTo>
                <a:cubicBezTo>
                  <a:pt x="67749" y="183002"/>
                  <a:pt x="71104" y="180791"/>
                  <a:pt x="72515" y="177359"/>
                </a:cubicBezTo>
                <a:cubicBezTo>
                  <a:pt x="73925" y="173928"/>
                  <a:pt x="73163" y="170001"/>
                  <a:pt x="70532" y="167371"/>
                </a:cubicBezTo>
                <a:lnTo>
                  <a:pt x="55282" y="152120"/>
                </a:lnTo>
                <a:lnTo>
                  <a:pt x="85401" y="122001"/>
                </a:lnTo>
                <a:lnTo>
                  <a:pt x="115520" y="152120"/>
                </a:lnTo>
                <a:lnTo>
                  <a:pt x="100270" y="167371"/>
                </a:lnTo>
                <a:cubicBezTo>
                  <a:pt x="97639" y="170001"/>
                  <a:pt x="96877" y="173928"/>
                  <a:pt x="98287" y="177359"/>
                </a:cubicBezTo>
                <a:cubicBezTo>
                  <a:pt x="99698" y="180791"/>
                  <a:pt x="103053" y="183002"/>
                  <a:pt x="106751" y="183002"/>
                </a:cubicBezTo>
                <a:lnTo>
                  <a:pt x="161652" y="183002"/>
                </a:lnTo>
                <a:cubicBezTo>
                  <a:pt x="166722" y="183002"/>
                  <a:pt x="170802" y="178923"/>
                  <a:pt x="170802" y="173852"/>
                </a:cubicBezTo>
                <a:lnTo>
                  <a:pt x="170802" y="118951"/>
                </a:lnTo>
                <a:cubicBezTo>
                  <a:pt x="170802" y="115253"/>
                  <a:pt x="168591" y="111898"/>
                  <a:pt x="165159" y="110487"/>
                </a:cubicBezTo>
                <a:cubicBezTo>
                  <a:pt x="161728" y="109077"/>
                  <a:pt x="157801" y="109839"/>
                  <a:pt x="155170" y="112470"/>
                </a:cubicBezTo>
                <a:lnTo>
                  <a:pt x="139920" y="127720"/>
                </a:lnTo>
                <a:lnTo>
                  <a:pt x="109801" y="97601"/>
                </a:lnTo>
                <a:lnTo>
                  <a:pt x="139920" y="67482"/>
                </a:lnTo>
                <a:lnTo>
                  <a:pt x="155170" y="82732"/>
                </a:lnTo>
                <a:cubicBezTo>
                  <a:pt x="157801" y="85363"/>
                  <a:pt x="161728" y="86125"/>
                  <a:pt x="165159" y="84715"/>
                </a:cubicBezTo>
                <a:cubicBezTo>
                  <a:pt x="168591" y="83304"/>
                  <a:pt x="170802" y="79949"/>
                  <a:pt x="170802" y="76251"/>
                </a:cubicBezTo>
                <a:lnTo>
                  <a:pt x="170802" y="21350"/>
                </a:lnTo>
                <a:cubicBezTo>
                  <a:pt x="170802" y="16280"/>
                  <a:pt x="166722" y="12200"/>
                  <a:pt x="161652" y="12200"/>
                </a:cubicBezTo>
                <a:lnTo>
                  <a:pt x="106751" y="12200"/>
                </a:lnTo>
                <a:cubicBezTo>
                  <a:pt x="103053" y="12200"/>
                  <a:pt x="99698" y="14411"/>
                  <a:pt x="98287" y="17843"/>
                </a:cubicBezTo>
                <a:cubicBezTo>
                  <a:pt x="96877" y="21274"/>
                  <a:pt x="97677" y="25201"/>
                  <a:pt x="100270" y="27832"/>
                </a:cubicBezTo>
                <a:lnTo>
                  <a:pt x="115520" y="43082"/>
                </a:lnTo>
                <a:lnTo>
                  <a:pt x="85401" y="73201"/>
                </a:lnTo>
                <a:lnTo>
                  <a:pt x="55282" y="43082"/>
                </a:lnTo>
                <a:lnTo>
                  <a:pt x="70532" y="27832"/>
                </a:lnTo>
                <a:cubicBezTo>
                  <a:pt x="73163" y="25201"/>
                  <a:pt x="73925" y="21274"/>
                  <a:pt x="72515" y="17843"/>
                </a:cubicBezTo>
                <a:cubicBezTo>
                  <a:pt x="71104" y="14411"/>
                  <a:pt x="67749" y="12200"/>
                  <a:pt x="64051" y="12200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27" name="Text 25"/>
          <p:cNvSpPr/>
          <p:nvPr/>
        </p:nvSpPr>
        <p:spPr>
          <a:xfrm>
            <a:off x="9563934" y="4697397"/>
            <a:ext cx="797075" cy="227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Scalabilité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22422" y="5022503"/>
            <a:ext cx="2570161" cy="195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Scale horizontal facile avec replicas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9668" y="5672947"/>
            <a:ext cx="2772758" cy="975271"/>
          </a:xfrm>
          <a:custGeom>
            <a:avLst/>
            <a:gdLst/>
            <a:ahLst/>
            <a:cxnLst/>
            <a:rect l="l" t="t" r="r" b="b"/>
            <a:pathLst>
              <a:path w="2772758" h="975271">
                <a:moveTo>
                  <a:pt x="97605" y="0"/>
                </a:moveTo>
                <a:lnTo>
                  <a:pt x="2675152" y="0"/>
                </a:lnTo>
                <a:cubicBezTo>
                  <a:pt x="2729058" y="0"/>
                  <a:pt x="2772758" y="43699"/>
                  <a:pt x="2772758" y="97605"/>
                </a:cubicBezTo>
                <a:lnTo>
                  <a:pt x="2772758" y="877666"/>
                </a:lnTo>
                <a:cubicBezTo>
                  <a:pt x="2772758" y="931572"/>
                  <a:pt x="2729058" y="975271"/>
                  <a:pt x="2675152" y="975271"/>
                </a:cubicBezTo>
                <a:lnTo>
                  <a:pt x="97605" y="975271"/>
                </a:lnTo>
                <a:cubicBezTo>
                  <a:pt x="43699" y="975271"/>
                  <a:pt x="0" y="931572"/>
                  <a:pt x="0" y="877666"/>
                </a:cubicBezTo>
                <a:lnTo>
                  <a:pt x="0" y="97605"/>
                </a:lnTo>
                <a:cubicBezTo>
                  <a:pt x="0" y="43735"/>
                  <a:pt x="43735" y="0"/>
                  <a:pt x="9760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3453" y="5822907"/>
            <a:ext cx="244003" cy="195202"/>
          </a:xfrm>
          <a:custGeom>
            <a:avLst/>
            <a:gdLst/>
            <a:ahLst/>
            <a:cxnLst/>
            <a:rect l="l" t="t" r="r" b="b"/>
            <a:pathLst>
              <a:path w="244003" h="195202">
                <a:moveTo>
                  <a:pt x="146402" y="12200"/>
                </a:moveTo>
                <a:lnTo>
                  <a:pt x="195202" y="12200"/>
                </a:lnTo>
                <a:cubicBezTo>
                  <a:pt x="201950" y="12200"/>
                  <a:pt x="207402" y="17652"/>
                  <a:pt x="207402" y="24400"/>
                </a:cubicBezTo>
                <a:cubicBezTo>
                  <a:pt x="207402" y="31148"/>
                  <a:pt x="201950" y="36600"/>
                  <a:pt x="195202" y="36600"/>
                </a:cubicBezTo>
                <a:lnTo>
                  <a:pt x="151892" y="36600"/>
                </a:lnTo>
                <a:cubicBezTo>
                  <a:pt x="149909" y="46437"/>
                  <a:pt x="143161" y="54557"/>
                  <a:pt x="134201" y="58446"/>
                </a:cubicBezTo>
                <a:lnTo>
                  <a:pt x="134201" y="170802"/>
                </a:lnTo>
                <a:lnTo>
                  <a:pt x="195202" y="170802"/>
                </a:lnTo>
                <a:cubicBezTo>
                  <a:pt x="201950" y="170802"/>
                  <a:pt x="207402" y="176254"/>
                  <a:pt x="207402" y="183002"/>
                </a:cubicBezTo>
                <a:cubicBezTo>
                  <a:pt x="207402" y="189750"/>
                  <a:pt x="201950" y="195202"/>
                  <a:pt x="195202" y="195202"/>
                </a:cubicBezTo>
                <a:lnTo>
                  <a:pt x="48801" y="195202"/>
                </a:lnTo>
                <a:cubicBezTo>
                  <a:pt x="42052" y="195202"/>
                  <a:pt x="36600" y="189750"/>
                  <a:pt x="36600" y="183002"/>
                </a:cubicBezTo>
                <a:cubicBezTo>
                  <a:pt x="36600" y="176254"/>
                  <a:pt x="42052" y="170802"/>
                  <a:pt x="48801" y="170802"/>
                </a:cubicBezTo>
                <a:lnTo>
                  <a:pt x="109801" y="170802"/>
                </a:lnTo>
                <a:lnTo>
                  <a:pt x="109801" y="58446"/>
                </a:lnTo>
                <a:cubicBezTo>
                  <a:pt x="100842" y="54519"/>
                  <a:pt x="94094" y="46399"/>
                  <a:pt x="92111" y="36600"/>
                </a:cubicBezTo>
                <a:lnTo>
                  <a:pt x="48801" y="36600"/>
                </a:lnTo>
                <a:cubicBezTo>
                  <a:pt x="42052" y="36600"/>
                  <a:pt x="36600" y="31148"/>
                  <a:pt x="36600" y="24400"/>
                </a:cubicBezTo>
                <a:cubicBezTo>
                  <a:pt x="36600" y="17652"/>
                  <a:pt x="42052" y="12200"/>
                  <a:pt x="48801" y="12200"/>
                </a:cubicBezTo>
                <a:lnTo>
                  <a:pt x="97601" y="12200"/>
                </a:lnTo>
                <a:cubicBezTo>
                  <a:pt x="103167" y="4804"/>
                  <a:pt x="112012" y="0"/>
                  <a:pt x="122001" y="0"/>
                </a:cubicBezTo>
                <a:cubicBezTo>
                  <a:pt x="131990" y="0"/>
                  <a:pt x="140835" y="4804"/>
                  <a:pt x="146402" y="12200"/>
                </a:cubicBezTo>
                <a:close/>
                <a:moveTo>
                  <a:pt x="167599" y="122001"/>
                </a:moveTo>
                <a:lnTo>
                  <a:pt x="222805" y="122001"/>
                </a:lnTo>
                <a:lnTo>
                  <a:pt x="195202" y="74650"/>
                </a:lnTo>
                <a:lnTo>
                  <a:pt x="167599" y="122001"/>
                </a:lnTo>
                <a:close/>
                <a:moveTo>
                  <a:pt x="195202" y="158602"/>
                </a:moveTo>
                <a:cubicBezTo>
                  <a:pt x="171221" y="158602"/>
                  <a:pt x="151282" y="145639"/>
                  <a:pt x="147164" y="128521"/>
                </a:cubicBezTo>
                <a:cubicBezTo>
                  <a:pt x="146173" y="124327"/>
                  <a:pt x="147545" y="120019"/>
                  <a:pt x="149719" y="116283"/>
                </a:cubicBezTo>
                <a:lnTo>
                  <a:pt x="186014" y="54062"/>
                </a:lnTo>
                <a:cubicBezTo>
                  <a:pt x="187920" y="50783"/>
                  <a:pt x="191428" y="48801"/>
                  <a:pt x="195202" y="48801"/>
                </a:cubicBezTo>
                <a:cubicBezTo>
                  <a:pt x="198977" y="48801"/>
                  <a:pt x="202484" y="50821"/>
                  <a:pt x="204390" y="54062"/>
                </a:cubicBezTo>
                <a:lnTo>
                  <a:pt x="240686" y="116283"/>
                </a:lnTo>
                <a:cubicBezTo>
                  <a:pt x="242859" y="120019"/>
                  <a:pt x="244231" y="124327"/>
                  <a:pt x="243240" y="128521"/>
                </a:cubicBezTo>
                <a:cubicBezTo>
                  <a:pt x="239123" y="145601"/>
                  <a:pt x="219183" y="158602"/>
                  <a:pt x="195202" y="158602"/>
                </a:cubicBezTo>
                <a:close/>
                <a:moveTo>
                  <a:pt x="48343" y="74650"/>
                </a:moveTo>
                <a:lnTo>
                  <a:pt x="20740" y="122001"/>
                </a:lnTo>
                <a:lnTo>
                  <a:pt x="75984" y="122001"/>
                </a:lnTo>
                <a:lnTo>
                  <a:pt x="48343" y="74650"/>
                </a:lnTo>
                <a:close/>
                <a:moveTo>
                  <a:pt x="343" y="128521"/>
                </a:moveTo>
                <a:cubicBezTo>
                  <a:pt x="-648" y="124327"/>
                  <a:pt x="724" y="120019"/>
                  <a:pt x="2898" y="116283"/>
                </a:cubicBezTo>
                <a:lnTo>
                  <a:pt x="39193" y="54062"/>
                </a:lnTo>
                <a:cubicBezTo>
                  <a:pt x="41099" y="50783"/>
                  <a:pt x="44607" y="48801"/>
                  <a:pt x="48381" y="48801"/>
                </a:cubicBezTo>
                <a:cubicBezTo>
                  <a:pt x="52156" y="48801"/>
                  <a:pt x="55663" y="50821"/>
                  <a:pt x="57569" y="54062"/>
                </a:cubicBezTo>
                <a:lnTo>
                  <a:pt x="93865" y="116283"/>
                </a:lnTo>
                <a:cubicBezTo>
                  <a:pt x="96038" y="120019"/>
                  <a:pt x="97410" y="124327"/>
                  <a:pt x="96419" y="128521"/>
                </a:cubicBezTo>
                <a:cubicBezTo>
                  <a:pt x="92302" y="145601"/>
                  <a:pt x="72362" y="158602"/>
                  <a:pt x="48381" y="158602"/>
                </a:cubicBezTo>
                <a:cubicBezTo>
                  <a:pt x="24400" y="158602"/>
                  <a:pt x="4461" y="145639"/>
                  <a:pt x="343" y="128521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31" name="Text 29"/>
          <p:cNvSpPr/>
          <p:nvPr/>
        </p:nvSpPr>
        <p:spPr>
          <a:xfrm>
            <a:off x="6654965" y="5806731"/>
            <a:ext cx="1163079" cy="227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Load Balancing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13453" y="6131838"/>
            <a:ext cx="2570161" cy="195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Distribution du trafic entre pods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88637" y="5672947"/>
            <a:ext cx="2772758" cy="975271"/>
          </a:xfrm>
          <a:custGeom>
            <a:avLst/>
            <a:gdLst/>
            <a:ahLst/>
            <a:cxnLst/>
            <a:rect l="l" t="t" r="r" b="b"/>
            <a:pathLst>
              <a:path w="2772758" h="975271">
                <a:moveTo>
                  <a:pt x="97605" y="0"/>
                </a:moveTo>
                <a:lnTo>
                  <a:pt x="2675152" y="0"/>
                </a:lnTo>
                <a:cubicBezTo>
                  <a:pt x="2729058" y="0"/>
                  <a:pt x="2772758" y="43699"/>
                  <a:pt x="2772758" y="97605"/>
                </a:cubicBezTo>
                <a:lnTo>
                  <a:pt x="2772758" y="877666"/>
                </a:lnTo>
                <a:cubicBezTo>
                  <a:pt x="2772758" y="931572"/>
                  <a:pt x="2729058" y="975271"/>
                  <a:pt x="2675152" y="975271"/>
                </a:cubicBezTo>
                <a:lnTo>
                  <a:pt x="97605" y="975271"/>
                </a:lnTo>
                <a:cubicBezTo>
                  <a:pt x="43699" y="975271"/>
                  <a:pt x="0" y="931572"/>
                  <a:pt x="0" y="877666"/>
                </a:cubicBezTo>
                <a:lnTo>
                  <a:pt x="0" y="97605"/>
                </a:lnTo>
                <a:cubicBezTo>
                  <a:pt x="0" y="43735"/>
                  <a:pt x="43735" y="0"/>
                  <a:pt x="97605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2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46822" y="5822907"/>
            <a:ext cx="195202" cy="195202"/>
          </a:xfrm>
          <a:custGeom>
            <a:avLst/>
            <a:gdLst/>
            <a:ahLst/>
            <a:cxnLst/>
            <a:rect l="l" t="t" r="r" b="b"/>
            <a:pathLst>
              <a:path w="195202" h="195202">
                <a:moveTo>
                  <a:pt x="134163" y="106751"/>
                </a:moveTo>
                <a:lnTo>
                  <a:pt x="61382" y="106751"/>
                </a:lnTo>
                <a:cubicBezTo>
                  <a:pt x="62488" y="131342"/>
                  <a:pt x="67939" y="153989"/>
                  <a:pt x="75679" y="170573"/>
                </a:cubicBezTo>
                <a:cubicBezTo>
                  <a:pt x="80025" y="179914"/>
                  <a:pt x="84715" y="186510"/>
                  <a:pt x="89061" y="190551"/>
                </a:cubicBezTo>
                <a:cubicBezTo>
                  <a:pt x="93331" y="194554"/>
                  <a:pt x="96267" y="195202"/>
                  <a:pt x="97792" y="195202"/>
                </a:cubicBezTo>
                <a:cubicBezTo>
                  <a:pt x="99317" y="195202"/>
                  <a:pt x="102252" y="194554"/>
                  <a:pt x="106522" y="190551"/>
                </a:cubicBezTo>
                <a:cubicBezTo>
                  <a:pt x="110869" y="186510"/>
                  <a:pt x="115558" y="179876"/>
                  <a:pt x="119904" y="170573"/>
                </a:cubicBezTo>
                <a:cubicBezTo>
                  <a:pt x="127644" y="153989"/>
                  <a:pt x="133096" y="131342"/>
                  <a:pt x="134201" y="106751"/>
                </a:cubicBezTo>
                <a:close/>
                <a:moveTo>
                  <a:pt x="61344" y="88451"/>
                </a:moveTo>
                <a:lnTo>
                  <a:pt x="134125" y="88451"/>
                </a:lnTo>
                <a:cubicBezTo>
                  <a:pt x="133058" y="63860"/>
                  <a:pt x="127606" y="41214"/>
                  <a:pt x="119866" y="24629"/>
                </a:cubicBezTo>
                <a:cubicBezTo>
                  <a:pt x="115520" y="15326"/>
                  <a:pt x="110831" y="8693"/>
                  <a:pt x="106484" y="4651"/>
                </a:cubicBezTo>
                <a:cubicBezTo>
                  <a:pt x="102214" y="648"/>
                  <a:pt x="99279" y="0"/>
                  <a:pt x="97754" y="0"/>
                </a:cubicBezTo>
                <a:cubicBezTo>
                  <a:pt x="96229" y="0"/>
                  <a:pt x="93293" y="648"/>
                  <a:pt x="89023" y="4651"/>
                </a:cubicBezTo>
                <a:cubicBezTo>
                  <a:pt x="84677" y="8693"/>
                  <a:pt x="79987" y="15326"/>
                  <a:pt x="75641" y="24629"/>
                </a:cubicBezTo>
                <a:cubicBezTo>
                  <a:pt x="67901" y="41214"/>
                  <a:pt x="62449" y="63860"/>
                  <a:pt x="61344" y="88451"/>
                </a:cubicBezTo>
                <a:close/>
                <a:moveTo>
                  <a:pt x="43044" y="88451"/>
                </a:moveTo>
                <a:cubicBezTo>
                  <a:pt x="44378" y="55816"/>
                  <a:pt x="52804" y="25506"/>
                  <a:pt x="65118" y="5604"/>
                </a:cubicBezTo>
                <a:cubicBezTo>
                  <a:pt x="30005" y="18033"/>
                  <a:pt x="4156" y="50021"/>
                  <a:pt x="572" y="88451"/>
                </a:cubicBezTo>
                <a:lnTo>
                  <a:pt x="43044" y="88451"/>
                </a:lnTo>
                <a:close/>
                <a:moveTo>
                  <a:pt x="572" y="106751"/>
                </a:moveTo>
                <a:cubicBezTo>
                  <a:pt x="4156" y="145182"/>
                  <a:pt x="30005" y="177169"/>
                  <a:pt x="65118" y="189598"/>
                </a:cubicBezTo>
                <a:cubicBezTo>
                  <a:pt x="52804" y="169696"/>
                  <a:pt x="44378" y="139387"/>
                  <a:pt x="43044" y="106751"/>
                </a:cubicBezTo>
                <a:lnTo>
                  <a:pt x="572" y="106751"/>
                </a:lnTo>
                <a:close/>
                <a:moveTo>
                  <a:pt x="152464" y="106751"/>
                </a:moveTo>
                <a:cubicBezTo>
                  <a:pt x="151129" y="139387"/>
                  <a:pt x="142703" y="169696"/>
                  <a:pt x="130389" y="189598"/>
                </a:cubicBezTo>
                <a:cubicBezTo>
                  <a:pt x="165502" y="177131"/>
                  <a:pt x="191351" y="145182"/>
                  <a:pt x="194935" y="106751"/>
                </a:cubicBezTo>
                <a:lnTo>
                  <a:pt x="152464" y="106751"/>
                </a:lnTo>
                <a:close/>
                <a:moveTo>
                  <a:pt x="194935" y="88451"/>
                </a:moveTo>
                <a:cubicBezTo>
                  <a:pt x="191351" y="50021"/>
                  <a:pt x="165502" y="18033"/>
                  <a:pt x="130389" y="5604"/>
                </a:cubicBezTo>
                <a:cubicBezTo>
                  <a:pt x="142703" y="25506"/>
                  <a:pt x="151129" y="55816"/>
                  <a:pt x="152464" y="88451"/>
                </a:cubicBezTo>
                <a:lnTo>
                  <a:pt x="194935" y="88451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35" name="Text 33"/>
          <p:cNvSpPr/>
          <p:nvPr/>
        </p:nvSpPr>
        <p:spPr>
          <a:xfrm>
            <a:off x="9563934" y="5806731"/>
            <a:ext cx="732008" cy="2277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NodePort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222422" y="6131838"/>
            <a:ext cx="2570161" cy="1952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5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Exposition externe sur port 30080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jbklweyoo2xaq/cicd_bg.png"/>
          <p:cNvPicPr>
            <a:picLocks noChangeAspect="1"/>
          </p:cNvPicPr>
          <p:nvPr/>
        </p:nvPicPr>
        <p:blipFill>
          <a:blip r:embed="rId1">
            <a:alphaModFix amt="20000"/>
          </a:blip>
          <a:srcRect t="781" b="781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>
                  <a:alpha val="90000"/>
                </a:srgbClr>
              </a:gs>
              <a:gs pos="50000">
                <a:srgbClr val="0D1117">
                  <a:alpha val="95000"/>
                </a:srgbClr>
              </a:gs>
              <a:gs pos="100000">
                <a:srgbClr val="0D1117"/>
              </a:gs>
            </a:gsLst>
            <a:lin ang="2700000" scaled="1"/>
          </a:gradFill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PIPELINE CI/CD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693"/>
            <a:ext cx="11658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257058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7" name="Shape 4"/>
          <p:cNvSpPr/>
          <p:nvPr/>
        </p:nvSpPr>
        <p:spPr>
          <a:xfrm>
            <a:off x="385330" y="1451753"/>
            <a:ext cx="6771409" cy="1570759"/>
          </a:xfrm>
          <a:custGeom>
            <a:avLst/>
            <a:gdLst/>
            <a:ahLst/>
            <a:cxnLst/>
            <a:rect l="l" t="t" r="r" b="b"/>
            <a:pathLst>
              <a:path w="6771409" h="1570759">
                <a:moveTo>
                  <a:pt x="114304" y="0"/>
                </a:moveTo>
                <a:lnTo>
                  <a:pt x="6657105" y="0"/>
                </a:lnTo>
                <a:cubicBezTo>
                  <a:pt x="6720233" y="0"/>
                  <a:pt x="6771409" y="51176"/>
                  <a:pt x="6771409" y="114304"/>
                </a:cubicBezTo>
                <a:lnTo>
                  <a:pt x="6771409" y="1456455"/>
                </a:lnTo>
                <a:cubicBezTo>
                  <a:pt x="6771409" y="1519583"/>
                  <a:pt x="6720233" y="1570759"/>
                  <a:pt x="6657105" y="1570759"/>
                </a:cubicBezTo>
                <a:lnTo>
                  <a:pt x="114304" y="1570759"/>
                </a:lnTo>
                <a:cubicBezTo>
                  <a:pt x="51176" y="1570759"/>
                  <a:pt x="0" y="1519583"/>
                  <a:pt x="0" y="1456455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F78166">
                  <a:alpha val="20000"/>
                </a:srgbClr>
              </a:gs>
              <a:gs pos="100000">
                <a:srgbClr val="F78166">
                  <a:alpha val="5000"/>
                </a:srgbClr>
              </a:gs>
            </a:gsLst>
            <a:lin ang="2700000" scaled="1"/>
          </a:gradFill>
          <a:ln w="11545">
            <a:solidFill>
              <a:srgbClr val="F78166">
                <a:alpha val="30196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0159" y="164657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78166">
              <a:alpha val="30196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706338" y="177038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97055" y="221791"/>
                </a:moveTo>
                <a:cubicBezTo>
                  <a:pt x="97055" y="222907"/>
                  <a:pt x="95771" y="223800"/>
                  <a:pt x="94152" y="223800"/>
                </a:cubicBezTo>
                <a:cubicBezTo>
                  <a:pt x="92311" y="223968"/>
                  <a:pt x="91027" y="223075"/>
                  <a:pt x="91027" y="221791"/>
                </a:cubicBezTo>
                <a:cubicBezTo>
                  <a:pt x="91027" y="220675"/>
                  <a:pt x="92311" y="219782"/>
                  <a:pt x="93929" y="219782"/>
                </a:cubicBezTo>
                <a:cubicBezTo>
                  <a:pt x="95603" y="219615"/>
                  <a:pt x="97055" y="220507"/>
                  <a:pt x="97055" y="221791"/>
                </a:cubicBezTo>
                <a:close/>
                <a:moveTo>
                  <a:pt x="79697" y="219280"/>
                </a:moveTo>
                <a:cubicBezTo>
                  <a:pt x="79307" y="220396"/>
                  <a:pt x="80423" y="221679"/>
                  <a:pt x="82097" y="222014"/>
                </a:cubicBezTo>
                <a:cubicBezTo>
                  <a:pt x="83548" y="222572"/>
                  <a:pt x="85223" y="222014"/>
                  <a:pt x="85558" y="220898"/>
                </a:cubicBezTo>
                <a:cubicBezTo>
                  <a:pt x="85892" y="219782"/>
                  <a:pt x="84832" y="218498"/>
                  <a:pt x="83158" y="217996"/>
                </a:cubicBezTo>
                <a:cubicBezTo>
                  <a:pt x="81707" y="217605"/>
                  <a:pt x="80088" y="218163"/>
                  <a:pt x="79697" y="219280"/>
                </a:cubicBezTo>
                <a:close/>
                <a:moveTo>
                  <a:pt x="104366" y="218331"/>
                </a:moveTo>
                <a:cubicBezTo>
                  <a:pt x="102747" y="218722"/>
                  <a:pt x="101631" y="219782"/>
                  <a:pt x="101798" y="221066"/>
                </a:cubicBezTo>
                <a:cubicBezTo>
                  <a:pt x="101966" y="222182"/>
                  <a:pt x="103417" y="222907"/>
                  <a:pt x="105091" y="222517"/>
                </a:cubicBezTo>
                <a:cubicBezTo>
                  <a:pt x="106710" y="222126"/>
                  <a:pt x="107826" y="221066"/>
                  <a:pt x="107659" y="219949"/>
                </a:cubicBezTo>
                <a:cubicBezTo>
                  <a:pt x="107491" y="218889"/>
                  <a:pt x="105984" y="218163"/>
                  <a:pt x="104366" y="218331"/>
                </a:cubicBezTo>
                <a:close/>
                <a:moveTo>
                  <a:pt x="141089" y="4465"/>
                </a:moveTo>
                <a:cubicBezTo>
                  <a:pt x="63680" y="4465"/>
                  <a:pt x="4465" y="63233"/>
                  <a:pt x="4465" y="140643"/>
                </a:cubicBezTo>
                <a:cubicBezTo>
                  <a:pt x="4465" y="202536"/>
                  <a:pt x="43421" y="255501"/>
                  <a:pt x="99064" y="274141"/>
                </a:cubicBezTo>
                <a:cubicBezTo>
                  <a:pt x="106207" y="275425"/>
                  <a:pt x="108719" y="271016"/>
                  <a:pt x="108719" y="267388"/>
                </a:cubicBezTo>
                <a:cubicBezTo>
                  <a:pt x="108719" y="263928"/>
                  <a:pt x="108552" y="244841"/>
                  <a:pt x="108552" y="233121"/>
                </a:cubicBezTo>
                <a:cubicBezTo>
                  <a:pt x="108552" y="233121"/>
                  <a:pt x="69484" y="241492"/>
                  <a:pt x="61280" y="216489"/>
                </a:cubicBezTo>
                <a:cubicBezTo>
                  <a:pt x="61280" y="216489"/>
                  <a:pt x="54918" y="200248"/>
                  <a:pt x="45765" y="196062"/>
                </a:cubicBezTo>
                <a:cubicBezTo>
                  <a:pt x="45765" y="196062"/>
                  <a:pt x="32984" y="187300"/>
                  <a:pt x="46658" y="187468"/>
                </a:cubicBezTo>
                <a:cubicBezTo>
                  <a:pt x="46658" y="187468"/>
                  <a:pt x="60554" y="188584"/>
                  <a:pt x="68200" y="201867"/>
                </a:cubicBezTo>
                <a:cubicBezTo>
                  <a:pt x="80423" y="223410"/>
                  <a:pt x="100905" y="217215"/>
                  <a:pt x="108886" y="213531"/>
                </a:cubicBezTo>
                <a:cubicBezTo>
                  <a:pt x="110170" y="204601"/>
                  <a:pt x="113798" y="198406"/>
                  <a:pt x="117816" y="194723"/>
                </a:cubicBezTo>
                <a:cubicBezTo>
                  <a:pt x="86618" y="191263"/>
                  <a:pt x="55141" y="186742"/>
                  <a:pt x="55141" y="133052"/>
                </a:cubicBezTo>
                <a:cubicBezTo>
                  <a:pt x="55141" y="117704"/>
                  <a:pt x="59382" y="110003"/>
                  <a:pt x="68312" y="100180"/>
                </a:cubicBezTo>
                <a:cubicBezTo>
                  <a:pt x="66861" y="96552"/>
                  <a:pt x="62117" y="81595"/>
                  <a:pt x="69763" y="62285"/>
                </a:cubicBezTo>
                <a:cubicBezTo>
                  <a:pt x="81428" y="58657"/>
                  <a:pt x="108272" y="77353"/>
                  <a:pt x="108272" y="77353"/>
                </a:cubicBezTo>
                <a:cubicBezTo>
                  <a:pt x="119435" y="74228"/>
                  <a:pt x="131434" y="72610"/>
                  <a:pt x="143321" y="72610"/>
                </a:cubicBezTo>
                <a:cubicBezTo>
                  <a:pt x="155209" y="72610"/>
                  <a:pt x="167208" y="74228"/>
                  <a:pt x="178371" y="77353"/>
                </a:cubicBezTo>
                <a:cubicBezTo>
                  <a:pt x="178371" y="77353"/>
                  <a:pt x="205215" y="58601"/>
                  <a:pt x="216880" y="62285"/>
                </a:cubicBezTo>
                <a:cubicBezTo>
                  <a:pt x="224526" y="81651"/>
                  <a:pt x="219782" y="96552"/>
                  <a:pt x="218331" y="100180"/>
                </a:cubicBezTo>
                <a:cubicBezTo>
                  <a:pt x="227261" y="110058"/>
                  <a:pt x="232730" y="117760"/>
                  <a:pt x="232730" y="133052"/>
                </a:cubicBezTo>
                <a:cubicBezTo>
                  <a:pt x="232730" y="186910"/>
                  <a:pt x="199858" y="191207"/>
                  <a:pt x="168659" y="194723"/>
                </a:cubicBezTo>
                <a:cubicBezTo>
                  <a:pt x="173794" y="199132"/>
                  <a:pt x="178147" y="207504"/>
                  <a:pt x="178147" y="220619"/>
                </a:cubicBezTo>
                <a:cubicBezTo>
                  <a:pt x="178147" y="239427"/>
                  <a:pt x="177980" y="262700"/>
                  <a:pt x="177980" y="267277"/>
                </a:cubicBezTo>
                <a:cubicBezTo>
                  <a:pt x="177980" y="270904"/>
                  <a:pt x="180547" y="275313"/>
                  <a:pt x="187635" y="274030"/>
                </a:cubicBezTo>
                <a:cubicBezTo>
                  <a:pt x="243446" y="255501"/>
                  <a:pt x="281285" y="202536"/>
                  <a:pt x="281285" y="140643"/>
                </a:cubicBezTo>
                <a:cubicBezTo>
                  <a:pt x="281285" y="63233"/>
                  <a:pt x="218498" y="4465"/>
                  <a:pt x="141089" y="4465"/>
                </a:cubicBezTo>
                <a:close/>
                <a:moveTo>
                  <a:pt x="58713" y="196955"/>
                </a:moveTo>
                <a:cubicBezTo>
                  <a:pt x="57987" y="197514"/>
                  <a:pt x="58155" y="198797"/>
                  <a:pt x="59103" y="199858"/>
                </a:cubicBezTo>
                <a:cubicBezTo>
                  <a:pt x="59996" y="200751"/>
                  <a:pt x="61280" y="201141"/>
                  <a:pt x="62006" y="200416"/>
                </a:cubicBezTo>
                <a:cubicBezTo>
                  <a:pt x="62731" y="199858"/>
                  <a:pt x="62564" y="198574"/>
                  <a:pt x="61615" y="197514"/>
                </a:cubicBezTo>
                <a:cubicBezTo>
                  <a:pt x="60722" y="196621"/>
                  <a:pt x="59438" y="196230"/>
                  <a:pt x="58713" y="196955"/>
                </a:cubicBezTo>
                <a:close/>
                <a:moveTo>
                  <a:pt x="52685" y="192435"/>
                </a:moveTo>
                <a:cubicBezTo>
                  <a:pt x="52294" y="193160"/>
                  <a:pt x="52853" y="194053"/>
                  <a:pt x="53969" y="194611"/>
                </a:cubicBezTo>
                <a:cubicBezTo>
                  <a:pt x="54862" y="195169"/>
                  <a:pt x="55978" y="195002"/>
                  <a:pt x="56369" y="194221"/>
                </a:cubicBezTo>
                <a:cubicBezTo>
                  <a:pt x="56759" y="193495"/>
                  <a:pt x="56201" y="192602"/>
                  <a:pt x="55085" y="192044"/>
                </a:cubicBezTo>
                <a:cubicBezTo>
                  <a:pt x="53969" y="191709"/>
                  <a:pt x="53076" y="191877"/>
                  <a:pt x="52685" y="192435"/>
                </a:cubicBezTo>
                <a:close/>
                <a:moveTo>
                  <a:pt x="70768" y="212303"/>
                </a:moveTo>
                <a:cubicBezTo>
                  <a:pt x="69875" y="213029"/>
                  <a:pt x="70210" y="214703"/>
                  <a:pt x="71493" y="215764"/>
                </a:cubicBezTo>
                <a:cubicBezTo>
                  <a:pt x="72777" y="217047"/>
                  <a:pt x="74395" y="217215"/>
                  <a:pt x="75121" y="216322"/>
                </a:cubicBezTo>
                <a:cubicBezTo>
                  <a:pt x="75847" y="215596"/>
                  <a:pt x="75512" y="213922"/>
                  <a:pt x="74395" y="212861"/>
                </a:cubicBezTo>
                <a:cubicBezTo>
                  <a:pt x="73168" y="211578"/>
                  <a:pt x="71493" y="211410"/>
                  <a:pt x="70768" y="212303"/>
                </a:cubicBezTo>
                <a:close/>
                <a:moveTo>
                  <a:pt x="64405" y="204099"/>
                </a:moveTo>
                <a:cubicBezTo>
                  <a:pt x="63512" y="204657"/>
                  <a:pt x="63512" y="206108"/>
                  <a:pt x="64405" y="207392"/>
                </a:cubicBezTo>
                <a:cubicBezTo>
                  <a:pt x="65298" y="208676"/>
                  <a:pt x="66805" y="209234"/>
                  <a:pt x="67531" y="208676"/>
                </a:cubicBezTo>
                <a:cubicBezTo>
                  <a:pt x="68424" y="207950"/>
                  <a:pt x="68424" y="206499"/>
                  <a:pt x="67531" y="205215"/>
                </a:cubicBezTo>
                <a:cubicBezTo>
                  <a:pt x="66749" y="203932"/>
                  <a:pt x="65298" y="203374"/>
                  <a:pt x="64405" y="204099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10" name="Text 7"/>
          <p:cNvSpPr/>
          <p:nvPr/>
        </p:nvSpPr>
        <p:spPr>
          <a:xfrm>
            <a:off x="1265851" y="1646579"/>
            <a:ext cx="29622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Intégration &amp; Déploiement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65851" y="1951406"/>
            <a:ext cx="2924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Automatisation complète du workflow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80159" y="2332272"/>
            <a:ext cx="645795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 pipeline se déclenche automatiquement sur chaque </a:t>
            </a:r>
            <a:r>
              <a:rPr lang="en-US" sz="12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push sur la branche main</a:t>
            </a:r>
            <a:r>
              <a:rPr lang="en-US" sz="120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. Il build l'image Docker, la pousse sur Docker Hub, puis déploie sur le cluster Kubernetes.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5330" y="3183029"/>
            <a:ext cx="3304309" cy="3599584"/>
          </a:xfrm>
          <a:custGeom>
            <a:avLst/>
            <a:gdLst/>
            <a:ahLst/>
            <a:cxnLst/>
            <a:rect l="l" t="t" r="r" b="b"/>
            <a:pathLst>
              <a:path w="3304309" h="3599584">
                <a:moveTo>
                  <a:pt x="114296" y="0"/>
                </a:moveTo>
                <a:lnTo>
                  <a:pt x="3190013" y="0"/>
                </a:lnTo>
                <a:cubicBezTo>
                  <a:pt x="3253137" y="0"/>
                  <a:pt x="3304309" y="51172"/>
                  <a:pt x="3304309" y="114296"/>
                </a:cubicBezTo>
                <a:lnTo>
                  <a:pt x="3304309" y="3485288"/>
                </a:lnTo>
                <a:cubicBezTo>
                  <a:pt x="3304309" y="3548412"/>
                  <a:pt x="3253137" y="3599584"/>
                  <a:pt x="3190013" y="3599584"/>
                </a:cubicBezTo>
                <a:lnTo>
                  <a:pt x="114296" y="3599584"/>
                </a:lnTo>
                <a:cubicBezTo>
                  <a:pt x="51172" y="3599584"/>
                  <a:pt x="0" y="3548412"/>
                  <a:pt x="0" y="3485288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61B22">
              <a:alpha val="90196"/>
            </a:srgbClr>
          </a:soli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0159" y="33778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15" name="Text 12"/>
          <p:cNvSpPr/>
          <p:nvPr/>
        </p:nvSpPr>
        <p:spPr>
          <a:xfrm>
            <a:off x="702739" y="3473109"/>
            <a:ext cx="304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51524" y="3473109"/>
            <a:ext cx="12763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 &amp; Push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9209" y="402539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8" name="Text 15"/>
          <p:cNvSpPr/>
          <p:nvPr/>
        </p:nvSpPr>
        <p:spPr>
          <a:xfrm>
            <a:off x="846832" y="3987375"/>
            <a:ext cx="13049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Checkout du code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99209" y="433008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0" name="Text 17"/>
          <p:cNvSpPr/>
          <p:nvPr/>
        </p:nvSpPr>
        <p:spPr>
          <a:xfrm>
            <a:off x="846832" y="4292068"/>
            <a:ext cx="1247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Setup Python 3.9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99209" y="46347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2" name="Text 19"/>
          <p:cNvSpPr/>
          <p:nvPr/>
        </p:nvSpPr>
        <p:spPr>
          <a:xfrm>
            <a:off x="846832" y="4596761"/>
            <a:ext cx="1428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Install dépendances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99209" y="49394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4" name="Text 21"/>
          <p:cNvSpPr/>
          <p:nvPr/>
        </p:nvSpPr>
        <p:spPr>
          <a:xfrm>
            <a:off x="846832" y="490145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Login Docker Hub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99209" y="52441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6" name="Text 23"/>
          <p:cNvSpPr/>
          <p:nvPr/>
        </p:nvSpPr>
        <p:spPr>
          <a:xfrm>
            <a:off x="846832" y="5206143"/>
            <a:ext cx="1409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 &amp; Push image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852348" y="3183029"/>
            <a:ext cx="3304309" cy="3599584"/>
          </a:xfrm>
          <a:custGeom>
            <a:avLst/>
            <a:gdLst/>
            <a:ahLst/>
            <a:cxnLst/>
            <a:rect l="l" t="t" r="r" b="b"/>
            <a:pathLst>
              <a:path w="3304309" h="3599584">
                <a:moveTo>
                  <a:pt x="114296" y="0"/>
                </a:moveTo>
                <a:lnTo>
                  <a:pt x="3190013" y="0"/>
                </a:lnTo>
                <a:cubicBezTo>
                  <a:pt x="3253137" y="0"/>
                  <a:pt x="3304309" y="51172"/>
                  <a:pt x="3304309" y="114296"/>
                </a:cubicBezTo>
                <a:lnTo>
                  <a:pt x="3304309" y="3485288"/>
                </a:lnTo>
                <a:cubicBezTo>
                  <a:pt x="3304309" y="3548412"/>
                  <a:pt x="3253137" y="3599584"/>
                  <a:pt x="3190013" y="3599584"/>
                </a:cubicBezTo>
                <a:lnTo>
                  <a:pt x="114296" y="3599584"/>
                </a:lnTo>
                <a:cubicBezTo>
                  <a:pt x="51172" y="3599584"/>
                  <a:pt x="0" y="3548412"/>
                  <a:pt x="0" y="3485288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61B22">
              <a:alpha val="90196"/>
            </a:srgbClr>
          </a:soli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047178" y="33778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29" name="Text 26"/>
          <p:cNvSpPr/>
          <p:nvPr/>
        </p:nvSpPr>
        <p:spPr>
          <a:xfrm>
            <a:off x="4169758" y="3473109"/>
            <a:ext cx="304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618543" y="3473109"/>
            <a:ext cx="733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Deploy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066228" y="402539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32" name="Text 29"/>
          <p:cNvSpPr/>
          <p:nvPr/>
        </p:nvSpPr>
        <p:spPr>
          <a:xfrm>
            <a:off x="4313851" y="3987375"/>
            <a:ext cx="1238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Dépend du Job 1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066228" y="433008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34" name="Text 31"/>
          <p:cNvSpPr/>
          <p:nvPr/>
        </p:nvSpPr>
        <p:spPr>
          <a:xfrm>
            <a:off x="4313851" y="4292068"/>
            <a:ext cx="1257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Setup kubeconfig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066228" y="463477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36" name="Text 33"/>
          <p:cNvSpPr/>
          <p:nvPr/>
        </p:nvSpPr>
        <p:spPr>
          <a:xfrm>
            <a:off x="4313851" y="4596761"/>
            <a:ext cx="14001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Update deployment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066228" y="493947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38" name="Text 35"/>
          <p:cNvSpPr/>
          <p:nvPr/>
        </p:nvSpPr>
        <p:spPr>
          <a:xfrm>
            <a:off x="4313851" y="4901450"/>
            <a:ext cx="9429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Force restart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4066228" y="52441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0" name="Text 37"/>
          <p:cNvSpPr/>
          <p:nvPr/>
        </p:nvSpPr>
        <p:spPr>
          <a:xfrm>
            <a:off x="4313851" y="5206143"/>
            <a:ext cx="1000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Rollout status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357521" y="1451753"/>
            <a:ext cx="4447309" cy="3256684"/>
          </a:xfrm>
          <a:custGeom>
            <a:avLst/>
            <a:gdLst/>
            <a:ahLst/>
            <a:cxnLst/>
            <a:rect l="l" t="t" r="r" b="b"/>
            <a:pathLst>
              <a:path w="4447309" h="3256684">
                <a:moveTo>
                  <a:pt x="114310" y="0"/>
                </a:moveTo>
                <a:lnTo>
                  <a:pt x="4332999" y="0"/>
                </a:lnTo>
                <a:cubicBezTo>
                  <a:pt x="4396131" y="0"/>
                  <a:pt x="4447309" y="51178"/>
                  <a:pt x="4447309" y="114310"/>
                </a:cubicBezTo>
                <a:lnTo>
                  <a:pt x="4447309" y="3142374"/>
                </a:lnTo>
                <a:cubicBezTo>
                  <a:pt x="4447309" y="3205506"/>
                  <a:pt x="4396131" y="3256684"/>
                  <a:pt x="4332999" y="3256684"/>
                </a:cubicBezTo>
                <a:lnTo>
                  <a:pt x="114310" y="3256684"/>
                </a:lnTo>
                <a:cubicBezTo>
                  <a:pt x="51178" y="3256684"/>
                  <a:pt x="0" y="3205506"/>
                  <a:pt x="0" y="3142374"/>
                </a:cubicBezTo>
                <a:lnTo>
                  <a:pt x="0" y="114310"/>
                </a:lnTo>
                <a:cubicBezTo>
                  <a:pt x="0" y="51178"/>
                  <a:pt x="51178" y="0"/>
                  <a:pt x="114310" y="0"/>
                </a:cubicBezTo>
                <a:close/>
              </a:path>
            </a:pathLst>
          </a:custGeom>
          <a:solidFill>
            <a:srgbClr val="161B22">
              <a:alpha val="90196"/>
            </a:srgbClr>
          </a:solidFill>
          <a:ln w="11545">
            <a:solidFill>
              <a:srgbClr val="F78166">
                <a:alpha val="30196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576163" y="16845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43" name="Text 40"/>
          <p:cNvSpPr/>
          <p:nvPr/>
        </p:nvSpPr>
        <p:spPr>
          <a:xfrm>
            <a:off x="7790476" y="1646579"/>
            <a:ext cx="39147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Secrets GitHub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556680" y="2069929"/>
            <a:ext cx="4047259" cy="732559"/>
          </a:xfrm>
          <a:custGeom>
            <a:avLst/>
            <a:gdLst/>
            <a:ahLst/>
            <a:cxnLst/>
            <a:rect l="l" t="t" r="r" b="b"/>
            <a:pathLst>
              <a:path w="4047259" h="732559">
                <a:moveTo>
                  <a:pt x="76201" y="0"/>
                </a:moveTo>
                <a:lnTo>
                  <a:pt x="3971058" y="0"/>
                </a:lnTo>
                <a:cubicBezTo>
                  <a:pt x="4013143" y="0"/>
                  <a:pt x="4047259" y="34116"/>
                  <a:pt x="4047259" y="76201"/>
                </a:cubicBezTo>
                <a:lnTo>
                  <a:pt x="4047259" y="656358"/>
                </a:lnTo>
                <a:cubicBezTo>
                  <a:pt x="4047259" y="698443"/>
                  <a:pt x="4013143" y="732559"/>
                  <a:pt x="3971058" y="732559"/>
                </a:cubicBezTo>
                <a:lnTo>
                  <a:pt x="76201" y="732559"/>
                </a:lnTo>
                <a:cubicBezTo>
                  <a:pt x="34116" y="732559"/>
                  <a:pt x="0" y="698443"/>
                  <a:pt x="0" y="656358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675201" y="2226469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150" y="70336"/>
                </a:moveTo>
                <a:lnTo>
                  <a:pt x="84475" y="70336"/>
                </a:lnTo>
                <a:lnTo>
                  <a:pt x="84475" y="52655"/>
                </a:lnTo>
                <a:lnTo>
                  <a:pt x="104150" y="52655"/>
                </a:lnTo>
                <a:lnTo>
                  <a:pt x="104150" y="70336"/>
                </a:lnTo>
                <a:close/>
                <a:moveTo>
                  <a:pt x="104150" y="9525"/>
                </a:moveTo>
                <a:lnTo>
                  <a:pt x="84475" y="9525"/>
                </a:lnTo>
                <a:lnTo>
                  <a:pt x="84475" y="27593"/>
                </a:lnTo>
                <a:lnTo>
                  <a:pt x="104150" y="27593"/>
                </a:lnTo>
                <a:lnTo>
                  <a:pt x="104150" y="9525"/>
                </a:lnTo>
                <a:close/>
                <a:moveTo>
                  <a:pt x="127427" y="52626"/>
                </a:moveTo>
                <a:lnTo>
                  <a:pt x="107752" y="52626"/>
                </a:lnTo>
                <a:lnTo>
                  <a:pt x="107752" y="70306"/>
                </a:lnTo>
                <a:lnTo>
                  <a:pt x="127427" y="70306"/>
                </a:lnTo>
                <a:lnTo>
                  <a:pt x="127427" y="52626"/>
                </a:lnTo>
                <a:close/>
                <a:moveTo>
                  <a:pt x="80903" y="31165"/>
                </a:moveTo>
                <a:lnTo>
                  <a:pt x="61228" y="31165"/>
                </a:lnTo>
                <a:lnTo>
                  <a:pt x="61228" y="49054"/>
                </a:lnTo>
                <a:lnTo>
                  <a:pt x="80903" y="49054"/>
                </a:lnTo>
                <a:lnTo>
                  <a:pt x="80903" y="31165"/>
                </a:lnTo>
                <a:close/>
                <a:moveTo>
                  <a:pt x="104150" y="31165"/>
                </a:moveTo>
                <a:lnTo>
                  <a:pt x="84475" y="31165"/>
                </a:lnTo>
                <a:lnTo>
                  <a:pt x="84475" y="49054"/>
                </a:lnTo>
                <a:lnTo>
                  <a:pt x="104150" y="49054"/>
                </a:lnTo>
                <a:lnTo>
                  <a:pt x="104150" y="31165"/>
                </a:lnTo>
                <a:close/>
                <a:moveTo>
                  <a:pt x="186541" y="60930"/>
                </a:moveTo>
                <a:cubicBezTo>
                  <a:pt x="182255" y="58043"/>
                  <a:pt x="172373" y="57001"/>
                  <a:pt x="164783" y="58430"/>
                </a:cubicBezTo>
                <a:cubicBezTo>
                  <a:pt x="163800" y="51286"/>
                  <a:pt x="159812" y="45065"/>
                  <a:pt x="152549" y="39469"/>
                </a:cubicBezTo>
                <a:lnTo>
                  <a:pt x="148382" y="36701"/>
                </a:lnTo>
                <a:lnTo>
                  <a:pt x="145613" y="40868"/>
                </a:lnTo>
                <a:cubicBezTo>
                  <a:pt x="140137" y="49143"/>
                  <a:pt x="138648" y="62776"/>
                  <a:pt x="144512" y="71765"/>
                </a:cubicBezTo>
                <a:cubicBezTo>
                  <a:pt x="141923" y="73164"/>
                  <a:pt x="136833" y="75069"/>
                  <a:pt x="130106" y="74950"/>
                </a:cubicBezTo>
                <a:lnTo>
                  <a:pt x="714" y="74950"/>
                </a:lnTo>
                <a:cubicBezTo>
                  <a:pt x="-1875" y="90071"/>
                  <a:pt x="2441" y="109716"/>
                  <a:pt x="13811" y="123200"/>
                </a:cubicBezTo>
                <a:cubicBezTo>
                  <a:pt x="24854" y="136267"/>
                  <a:pt x="41404" y="142905"/>
                  <a:pt x="63044" y="142905"/>
                </a:cubicBezTo>
                <a:cubicBezTo>
                  <a:pt x="109895" y="142905"/>
                  <a:pt x="144572" y="121325"/>
                  <a:pt x="160794" y="82123"/>
                </a:cubicBezTo>
                <a:cubicBezTo>
                  <a:pt x="167164" y="82242"/>
                  <a:pt x="180915" y="82153"/>
                  <a:pt x="187970" y="68669"/>
                </a:cubicBezTo>
                <a:cubicBezTo>
                  <a:pt x="188416" y="67925"/>
                  <a:pt x="189934" y="64740"/>
                  <a:pt x="190500" y="63579"/>
                </a:cubicBezTo>
                <a:lnTo>
                  <a:pt x="186541" y="60930"/>
                </a:lnTo>
                <a:close/>
                <a:moveTo>
                  <a:pt x="34409" y="52626"/>
                </a:moveTo>
                <a:lnTo>
                  <a:pt x="14764" y="52626"/>
                </a:lnTo>
                <a:lnTo>
                  <a:pt x="14764" y="70306"/>
                </a:lnTo>
                <a:lnTo>
                  <a:pt x="34439" y="70306"/>
                </a:lnTo>
                <a:lnTo>
                  <a:pt x="34439" y="52626"/>
                </a:lnTo>
                <a:lnTo>
                  <a:pt x="34409" y="52626"/>
                </a:lnTo>
                <a:close/>
                <a:moveTo>
                  <a:pt x="57656" y="52626"/>
                </a:moveTo>
                <a:lnTo>
                  <a:pt x="37981" y="52626"/>
                </a:lnTo>
                <a:lnTo>
                  <a:pt x="37981" y="70306"/>
                </a:lnTo>
                <a:lnTo>
                  <a:pt x="57656" y="70306"/>
                </a:lnTo>
                <a:lnTo>
                  <a:pt x="57656" y="52626"/>
                </a:lnTo>
                <a:close/>
                <a:moveTo>
                  <a:pt x="80903" y="52626"/>
                </a:moveTo>
                <a:lnTo>
                  <a:pt x="61228" y="52626"/>
                </a:lnTo>
                <a:lnTo>
                  <a:pt x="61228" y="70306"/>
                </a:lnTo>
                <a:lnTo>
                  <a:pt x="80903" y="70306"/>
                </a:lnTo>
                <a:lnTo>
                  <a:pt x="80903" y="52626"/>
                </a:lnTo>
                <a:close/>
                <a:moveTo>
                  <a:pt x="57656" y="31165"/>
                </a:moveTo>
                <a:lnTo>
                  <a:pt x="37981" y="31165"/>
                </a:lnTo>
                <a:lnTo>
                  <a:pt x="37981" y="49054"/>
                </a:lnTo>
                <a:lnTo>
                  <a:pt x="57656" y="49054"/>
                </a:lnTo>
                <a:lnTo>
                  <a:pt x="57656" y="31165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46" name="Text 43"/>
          <p:cNvSpPr/>
          <p:nvPr/>
        </p:nvSpPr>
        <p:spPr>
          <a:xfrm>
            <a:off x="7941875" y="2188448"/>
            <a:ext cx="1695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DOCKER_USERNAME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675201" y="2493141"/>
            <a:ext cx="387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Nom d'utilisateur Docker Hub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7556680" y="2925012"/>
            <a:ext cx="4047259" cy="732559"/>
          </a:xfrm>
          <a:custGeom>
            <a:avLst/>
            <a:gdLst/>
            <a:ahLst/>
            <a:cxnLst/>
            <a:rect l="l" t="t" r="r" b="b"/>
            <a:pathLst>
              <a:path w="4047259" h="732559">
                <a:moveTo>
                  <a:pt x="76201" y="0"/>
                </a:moveTo>
                <a:lnTo>
                  <a:pt x="3971058" y="0"/>
                </a:lnTo>
                <a:cubicBezTo>
                  <a:pt x="4013143" y="0"/>
                  <a:pt x="4047259" y="34116"/>
                  <a:pt x="4047259" y="76201"/>
                </a:cubicBezTo>
                <a:lnTo>
                  <a:pt x="4047259" y="656358"/>
                </a:lnTo>
                <a:cubicBezTo>
                  <a:pt x="4047259" y="698443"/>
                  <a:pt x="4013143" y="732559"/>
                  <a:pt x="3971058" y="732559"/>
                </a:cubicBezTo>
                <a:lnTo>
                  <a:pt x="76201" y="732559"/>
                </a:lnTo>
                <a:cubicBezTo>
                  <a:pt x="34116" y="732559"/>
                  <a:pt x="0" y="698443"/>
                  <a:pt x="0" y="656358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13301" y="308155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38100" y="28575"/>
                </a:moveTo>
                <a:lnTo>
                  <a:pt x="38100" y="47625"/>
                </a:lnTo>
                <a:lnTo>
                  <a:pt x="76200" y="47625"/>
                </a:lnTo>
                <a:lnTo>
                  <a:pt x="76200" y="28575"/>
                </a:lnTo>
                <a:cubicBezTo>
                  <a:pt x="76200" y="18068"/>
                  <a:pt x="67657" y="9525"/>
                  <a:pt x="57150" y="9525"/>
                </a:cubicBezTo>
                <a:cubicBezTo>
                  <a:pt x="46643" y="9525"/>
                  <a:pt x="38100" y="18068"/>
                  <a:pt x="38100" y="28575"/>
                </a:cubicBezTo>
                <a:close/>
                <a:moveTo>
                  <a:pt x="19050" y="47625"/>
                </a:moveTo>
                <a:lnTo>
                  <a:pt x="19050" y="28575"/>
                </a:lnTo>
                <a:cubicBezTo>
                  <a:pt x="19050" y="7531"/>
                  <a:pt x="36106" y="-9525"/>
                  <a:pt x="57150" y="-9525"/>
                </a:cubicBezTo>
                <a:cubicBezTo>
                  <a:pt x="78194" y="-9525"/>
                  <a:pt x="95250" y="7531"/>
                  <a:pt x="95250" y="28575"/>
                </a:cubicBezTo>
                <a:lnTo>
                  <a:pt x="95250" y="47625"/>
                </a:lnTo>
                <a:cubicBezTo>
                  <a:pt x="105757" y="47625"/>
                  <a:pt x="114300" y="56168"/>
                  <a:pt x="114300" y="666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66675"/>
                </a:lnTo>
                <a:cubicBezTo>
                  <a:pt x="0" y="56168"/>
                  <a:pt x="8543" y="47625"/>
                  <a:pt x="19050" y="47625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0" name="Text 47"/>
          <p:cNvSpPr/>
          <p:nvPr/>
        </p:nvSpPr>
        <p:spPr>
          <a:xfrm>
            <a:off x="7941875" y="3043535"/>
            <a:ext cx="1714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DOCKER_PASSWORD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7675201" y="3348228"/>
            <a:ext cx="387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Token d'accès Docker Hub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556680" y="3780099"/>
            <a:ext cx="4047259" cy="732559"/>
          </a:xfrm>
          <a:custGeom>
            <a:avLst/>
            <a:gdLst/>
            <a:ahLst/>
            <a:cxnLst/>
            <a:rect l="l" t="t" r="r" b="b"/>
            <a:pathLst>
              <a:path w="4047259" h="732559">
                <a:moveTo>
                  <a:pt x="76201" y="0"/>
                </a:moveTo>
                <a:lnTo>
                  <a:pt x="3971058" y="0"/>
                </a:lnTo>
                <a:cubicBezTo>
                  <a:pt x="4013143" y="0"/>
                  <a:pt x="4047259" y="34116"/>
                  <a:pt x="4047259" y="76201"/>
                </a:cubicBezTo>
                <a:lnTo>
                  <a:pt x="4047259" y="656358"/>
                </a:lnTo>
                <a:cubicBezTo>
                  <a:pt x="4047259" y="698443"/>
                  <a:pt x="4013143" y="732559"/>
                  <a:pt x="3971058" y="732559"/>
                </a:cubicBezTo>
                <a:lnTo>
                  <a:pt x="76201" y="732559"/>
                </a:lnTo>
                <a:cubicBezTo>
                  <a:pt x="34116" y="732559"/>
                  <a:pt x="0" y="698443"/>
                  <a:pt x="0" y="656358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713301" y="393663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45899" y="87987"/>
                </a:moveTo>
                <a:cubicBezTo>
                  <a:pt x="48458" y="84981"/>
                  <a:pt x="48131" y="80486"/>
                  <a:pt x="45125" y="77926"/>
                </a:cubicBezTo>
                <a:cubicBezTo>
                  <a:pt x="42118" y="75367"/>
                  <a:pt x="37624" y="75694"/>
                  <a:pt x="35064" y="78700"/>
                </a:cubicBezTo>
                <a:lnTo>
                  <a:pt x="20776" y="95369"/>
                </a:lnTo>
                <a:cubicBezTo>
                  <a:pt x="18484" y="98048"/>
                  <a:pt x="18484" y="101977"/>
                  <a:pt x="20776" y="104656"/>
                </a:cubicBezTo>
                <a:lnTo>
                  <a:pt x="35064" y="121325"/>
                </a:lnTo>
                <a:cubicBezTo>
                  <a:pt x="37624" y="124331"/>
                  <a:pt x="42148" y="124658"/>
                  <a:pt x="45125" y="122099"/>
                </a:cubicBezTo>
                <a:cubicBezTo>
                  <a:pt x="48101" y="119539"/>
                  <a:pt x="48458" y="115014"/>
                  <a:pt x="45899" y="112038"/>
                </a:cubicBezTo>
                <a:lnTo>
                  <a:pt x="35600" y="100013"/>
                </a:lnTo>
                <a:lnTo>
                  <a:pt x="45899" y="87987"/>
                </a:lnTo>
                <a:close/>
                <a:moveTo>
                  <a:pt x="79236" y="78700"/>
                </a:moveTo>
                <a:cubicBezTo>
                  <a:pt x="76676" y="75694"/>
                  <a:pt x="72152" y="75367"/>
                  <a:pt x="69175" y="77926"/>
                </a:cubicBezTo>
                <a:cubicBezTo>
                  <a:pt x="66199" y="80486"/>
                  <a:pt x="65842" y="85011"/>
                  <a:pt x="68401" y="87987"/>
                </a:cubicBezTo>
                <a:lnTo>
                  <a:pt x="78700" y="100013"/>
                </a:lnTo>
                <a:lnTo>
                  <a:pt x="68401" y="112038"/>
                </a:lnTo>
                <a:cubicBezTo>
                  <a:pt x="65842" y="115044"/>
                  <a:pt x="66169" y="119539"/>
                  <a:pt x="69175" y="122099"/>
                </a:cubicBezTo>
                <a:cubicBezTo>
                  <a:pt x="72182" y="124658"/>
                  <a:pt x="76676" y="124331"/>
                  <a:pt x="79236" y="121325"/>
                </a:cubicBezTo>
                <a:lnTo>
                  <a:pt x="93524" y="104656"/>
                </a:lnTo>
                <a:cubicBezTo>
                  <a:pt x="95816" y="101977"/>
                  <a:pt x="95816" y="98048"/>
                  <a:pt x="93524" y="95369"/>
                </a:cubicBezTo>
                <a:lnTo>
                  <a:pt x="79236" y="78700"/>
                </a:lnTo>
                <a:close/>
              </a:path>
            </a:pathLst>
          </a:custGeom>
          <a:solidFill>
            <a:srgbClr val="F78166"/>
          </a:solidFill>
        </p:spPr>
      </p:sp>
      <p:sp>
        <p:nvSpPr>
          <p:cNvPr id="54" name="Text 51"/>
          <p:cNvSpPr/>
          <p:nvPr/>
        </p:nvSpPr>
        <p:spPr>
          <a:xfrm>
            <a:off x="7941875" y="3898622"/>
            <a:ext cx="1104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KUBECONFIG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675201" y="4203311"/>
            <a:ext cx="3876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Configuration kubectl (base64)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7357521" y="4872498"/>
            <a:ext cx="4447309" cy="1913659"/>
          </a:xfrm>
          <a:custGeom>
            <a:avLst/>
            <a:gdLst/>
            <a:ahLst/>
            <a:cxnLst/>
            <a:rect l="l" t="t" r="r" b="b"/>
            <a:pathLst>
              <a:path w="4447309" h="1913659">
                <a:moveTo>
                  <a:pt x="114303" y="0"/>
                </a:moveTo>
                <a:lnTo>
                  <a:pt x="4333006" y="0"/>
                </a:lnTo>
                <a:cubicBezTo>
                  <a:pt x="4396134" y="0"/>
                  <a:pt x="4447309" y="51175"/>
                  <a:pt x="4447309" y="114303"/>
                </a:cubicBezTo>
                <a:lnTo>
                  <a:pt x="4447309" y="1799356"/>
                </a:lnTo>
                <a:cubicBezTo>
                  <a:pt x="4447309" y="1862484"/>
                  <a:pt x="4396134" y="1913659"/>
                  <a:pt x="4333006" y="1913659"/>
                </a:cubicBezTo>
                <a:lnTo>
                  <a:pt x="114303" y="1913659"/>
                </a:lnTo>
                <a:cubicBezTo>
                  <a:pt x="51175" y="1913659"/>
                  <a:pt x="0" y="1862484"/>
                  <a:pt x="0" y="1799356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F78166">
                  <a:alpha val="20000"/>
                </a:srgbClr>
              </a:gs>
              <a:gs pos="100000">
                <a:srgbClr val="58A6FF">
                  <a:alpha val="20000"/>
                </a:srgbClr>
              </a:gs>
            </a:gsLst>
            <a:lin ang="0" scaled="1"/>
          </a:gradFill>
          <a:ln w="11545">
            <a:solidFill>
              <a:srgbClr val="F78166">
                <a:alpha val="30196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590451" y="510534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F78166"/>
          </a:solidFill>
        </p:spPr>
      </p:sp>
      <p:sp>
        <p:nvSpPr>
          <p:cNvPr id="58" name="Text 55"/>
          <p:cNvSpPr/>
          <p:nvPr/>
        </p:nvSpPr>
        <p:spPr>
          <a:xfrm>
            <a:off x="8023730" y="5067328"/>
            <a:ext cx="2609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Workflow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042780" y="549568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60" name="Text 57"/>
          <p:cNvSpPr/>
          <p:nvPr/>
        </p:nvSpPr>
        <p:spPr>
          <a:xfrm>
            <a:off x="8195180" y="5448193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Push sur main → Déclenchement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042780" y="580037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62" name="Text 59"/>
          <p:cNvSpPr/>
          <p:nvPr/>
        </p:nvSpPr>
        <p:spPr>
          <a:xfrm>
            <a:off x="8195180" y="5752881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Build parallèle optimisé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042780" y="610506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64" name="Text 61"/>
          <p:cNvSpPr/>
          <p:nvPr/>
        </p:nvSpPr>
        <p:spPr>
          <a:xfrm>
            <a:off x="8195180" y="6057574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Déploiement atomique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8042780" y="640975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66" name="Text 63"/>
          <p:cNvSpPr/>
          <p:nvPr/>
        </p:nvSpPr>
        <p:spPr>
          <a:xfrm>
            <a:off x="8195180" y="6362267"/>
            <a:ext cx="2419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Zero-downtime deployment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338" y="368338"/>
            <a:ext cx="11528991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b="1" kern="0" spc="58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8338" y="662906"/>
            <a:ext cx="11676326" cy="442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8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Démo &amp; Tests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8338" y="1215283"/>
            <a:ext cx="884012" cy="36834"/>
          </a:xfrm>
          <a:custGeom>
            <a:avLst/>
            <a:gdLst/>
            <a:ahLst/>
            <a:cxnLst/>
            <a:rect l="l" t="t" r="r" b="b"/>
            <a:pathLst>
              <a:path w="884012" h="36834">
                <a:moveTo>
                  <a:pt x="0" y="0"/>
                </a:moveTo>
                <a:lnTo>
                  <a:pt x="884012" y="0"/>
                </a:lnTo>
                <a:lnTo>
                  <a:pt x="884012" y="36834"/>
                </a:lnTo>
                <a:lnTo>
                  <a:pt x="0" y="36834"/>
                </a:lnTo>
                <a:lnTo>
                  <a:pt x="0" y="0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5" name="Shape 3"/>
          <p:cNvSpPr/>
          <p:nvPr/>
        </p:nvSpPr>
        <p:spPr>
          <a:xfrm>
            <a:off x="372524" y="1403503"/>
            <a:ext cx="5625531" cy="1518559"/>
          </a:xfrm>
          <a:custGeom>
            <a:avLst/>
            <a:gdLst/>
            <a:ahLst/>
            <a:cxnLst/>
            <a:rect l="l" t="t" r="r" b="b"/>
            <a:pathLst>
              <a:path w="5625531" h="1518559">
                <a:moveTo>
                  <a:pt x="110506" y="0"/>
                </a:moveTo>
                <a:lnTo>
                  <a:pt x="5515026" y="0"/>
                </a:lnTo>
                <a:cubicBezTo>
                  <a:pt x="5576056" y="0"/>
                  <a:pt x="5625531" y="49475"/>
                  <a:pt x="5625531" y="110506"/>
                </a:cubicBezTo>
                <a:lnTo>
                  <a:pt x="5625531" y="1408053"/>
                </a:lnTo>
                <a:cubicBezTo>
                  <a:pt x="5625531" y="1469084"/>
                  <a:pt x="5576056" y="1518559"/>
                  <a:pt x="5515026" y="1518559"/>
                </a:cubicBezTo>
                <a:lnTo>
                  <a:pt x="110506" y="1518559"/>
                </a:lnTo>
                <a:cubicBezTo>
                  <a:pt x="49475" y="1518559"/>
                  <a:pt x="0" y="1469084"/>
                  <a:pt x="0" y="1408053"/>
                </a:cubicBezTo>
                <a:lnTo>
                  <a:pt x="0" y="110506"/>
                </a:lnTo>
                <a:cubicBezTo>
                  <a:pt x="0" y="49475"/>
                  <a:pt x="49475" y="0"/>
                  <a:pt x="110506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58A6FF">
                  <a:alpha val="5000"/>
                </a:srgbClr>
              </a:gs>
            </a:gsLst>
            <a:lin ang="2700000" scaled="1"/>
          </a:gra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0879" y="1591858"/>
            <a:ext cx="515674" cy="515674"/>
          </a:xfrm>
          <a:custGeom>
            <a:avLst/>
            <a:gdLst/>
            <a:ahLst/>
            <a:cxnLst/>
            <a:rect l="l" t="t" r="r" b="b"/>
            <a:pathLst>
              <a:path w="515674" h="515674">
                <a:moveTo>
                  <a:pt x="110504" y="0"/>
                </a:moveTo>
                <a:lnTo>
                  <a:pt x="405170" y="0"/>
                </a:lnTo>
                <a:cubicBezTo>
                  <a:pt x="466200" y="0"/>
                  <a:pt x="515674" y="49474"/>
                  <a:pt x="515674" y="110504"/>
                </a:cubicBezTo>
                <a:lnTo>
                  <a:pt x="515674" y="405170"/>
                </a:lnTo>
                <a:cubicBezTo>
                  <a:pt x="515674" y="466200"/>
                  <a:pt x="466200" y="515674"/>
                  <a:pt x="405170" y="515674"/>
                </a:cubicBezTo>
                <a:lnTo>
                  <a:pt x="110504" y="515674"/>
                </a:lnTo>
                <a:cubicBezTo>
                  <a:pt x="49474" y="515674"/>
                  <a:pt x="0" y="466200"/>
                  <a:pt x="0" y="405170"/>
                </a:cubicBezTo>
                <a:lnTo>
                  <a:pt x="0" y="110504"/>
                </a:lnTo>
                <a:cubicBezTo>
                  <a:pt x="0" y="49474"/>
                  <a:pt x="49474" y="0"/>
                  <a:pt x="110504" y="0"/>
                </a:cubicBezTo>
                <a:close/>
              </a:path>
            </a:pathLst>
          </a:custGeom>
          <a:solidFill>
            <a:srgbClr val="58A6FF">
              <a:alpha val="30196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82865" y="1711541"/>
            <a:ext cx="276254" cy="276254"/>
          </a:xfrm>
          <a:custGeom>
            <a:avLst/>
            <a:gdLst/>
            <a:ahLst/>
            <a:cxnLst/>
            <a:rect l="l" t="t" r="r" b="b"/>
            <a:pathLst>
              <a:path w="276254" h="276254">
                <a:moveTo>
                  <a:pt x="189871" y="151076"/>
                </a:moveTo>
                <a:lnTo>
                  <a:pt x="86869" y="151076"/>
                </a:lnTo>
                <a:cubicBezTo>
                  <a:pt x="88434" y="185878"/>
                  <a:pt x="96149" y="217928"/>
                  <a:pt x="107102" y="241398"/>
                </a:cubicBezTo>
                <a:cubicBezTo>
                  <a:pt x="113253" y="254617"/>
                  <a:pt x="119890" y="263952"/>
                  <a:pt x="126041" y="269671"/>
                </a:cubicBezTo>
                <a:cubicBezTo>
                  <a:pt x="132084" y="275337"/>
                  <a:pt x="136238" y="276254"/>
                  <a:pt x="138397" y="276254"/>
                </a:cubicBezTo>
                <a:cubicBezTo>
                  <a:pt x="140555" y="276254"/>
                  <a:pt x="144709" y="275337"/>
                  <a:pt x="150753" y="269671"/>
                </a:cubicBezTo>
                <a:cubicBezTo>
                  <a:pt x="156904" y="263952"/>
                  <a:pt x="163540" y="254564"/>
                  <a:pt x="169691" y="241398"/>
                </a:cubicBezTo>
                <a:cubicBezTo>
                  <a:pt x="180644" y="217928"/>
                  <a:pt x="188360" y="185878"/>
                  <a:pt x="189924" y="151076"/>
                </a:cubicBezTo>
                <a:close/>
                <a:moveTo>
                  <a:pt x="86815" y="125177"/>
                </a:moveTo>
                <a:lnTo>
                  <a:pt x="189817" y="125177"/>
                </a:lnTo>
                <a:cubicBezTo>
                  <a:pt x="188306" y="90376"/>
                  <a:pt x="180590" y="58326"/>
                  <a:pt x="169637" y="34855"/>
                </a:cubicBezTo>
                <a:cubicBezTo>
                  <a:pt x="163486" y="21690"/>
                  <a:pt x="156850" y="12302"/>
                  <a:pt x="150699" y="6583"/>
                </a:cubicBezTo>
                <a:cubicBezTo>
                  <a:pt x="144656" y="917"/>
                  <a:pt x="140501" y="0"/>
                  <a:pt x="138343" y="0"/>
                </a:cubicBezTo>
                <a:cubicBezTo>
                  <a:pt x="136184" y="0"/>
                  <a:pt x="132030" y="917"/>
                  <a:pt x="125987" y="6583"/>
                </a:cubicBezTo>
                <a:cubicBezTo>
                  <a:pt x="119836" y="12302"/>
                  <a:pt x="113199" y="21690"/>
                  <a:pt x="107048" y="34855"/>
                </a:cubicBezTo>
                <a:cubicBezTo>
                  <a:pt x="96095" y="58326"/>
                  <a:pt x="88380" y="90376"/>
                  <a:pt x="86815" y="125177"/>
                </a:cubicBezTo>
                <a:close/>
                <a:moveTo>
                  <a:pt x="60916" y="125177"/>
                </a:moveTo>
                <a:cubicBezTo>
                  <a:pt x="62805" y="78991"/>
                  <a:pt x="74729" y="36096"/>
                  <a:pt x="92157" y="7932"/>
                </a:cubicBezTo>
                <a:cubicBezTo>
                  <a:pt x="42463" y="25521"/>
                  <a:pt x="5881" y="70790"/>
                  <a:pt x="809" y="125177"/>
                </a:cubicBezTo>
                <a:lnTo>
                  <a:pt x="60916" y="125177"/>
                </a:lnTo>
                <a:close/>
                <a:moveTo>
                  <a:pt x="809" y="151076"/>
                </a:moveTo>
                <a:cubicBezTo>
                  <a:pt x="5881" y="205464"/>
                  <a:pt x="42463" y="250733"/>
                  <a:pt x="92157" y="268322"/>
                </a:cubicBezTo>
                <a:cubicBezTo>
                  <a:pt x="74729" y="240157"/>
                  <a:pt x="62805" y="197262"/>
                  <a:pt x="60916" y="151076"/>
                </a:cubicBezTo>
                <a:lnTo>
                  <a:pt x="809" y="151076"/>
                </a:lnTo>
                <a:close/>
                <a:moveTo>
                  <a:pt x="215769" y="151076"/>
                </a:moveTo>
                <a:cubicBezTo>
                  <a:pt x="213881" y="197262"/>
                  <a:pt x="201957" y="240157"/>
                  <a:pt x="184529" y="268322"/>
                </a:cubicBezTo>
                <a:cubicBezTo>
                  <a:pt x="234222" y="250679"/>
                  <a:pt x="270804" y="205464"/>
                  <a:pt x="275876" y="151076"/>
                </a:cubicBezTo>
                <a:lnTo>
                  <a:pt x="215769" y="151076"/>
                </a:lnTo>
                <a:close/>
                <a:moveTo>
                  <a:pt x="275876" y="125177"/>
                </a:moveTo>
                <a:cubicBezTo>
                  <a:pt x="270804" y="70790"/>
                  <a:pt x="234222" y="25521"/>
                  <a:pt x="184529" y="7932"/>
                </a:cubicBezTo>
                <a:cubicBezTo>
                  <a:pt x="201957" y="36096"/>
                  <a:pt x="213881" y="78991"/>
                  <a:pt x="215769" y="125177"/>
                </a:cubicBezTo>
                <a:lnTo>
                  <a:pt x="275876" y="12517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8" name="Text 6"/>
          <p:cNvSpPr/>
          <p:nvPr/>
        </p:nvSpPr>
        <p:spPr>
          <a:xfrm>
            <a:off x="1223783" y="1591858"/>
            <a:ext cx="2320532" cy="294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Accès Public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23783" y="1886556"/>
            <a:ext cx="2283698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6EDF3">
                    <a:alpha val="7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 exposée via NodePort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0879" y="2254764"/>
            <a:ext cx="5322489" cy="47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L'application est accessible publiquement via le </a:t>
            </a:r>
            <a:r>
              <a:rPr lang="en-US" sz="116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NodePort 30080</a:t>
            </a:r>
            <a:r>
              <a:rPr lang="en-US" sz="1160" dirty="0">
                <a:solidFill>
                  <a:srgbClr val="E6EDF3">
                    <a:alpha val="9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sur n'importe quelle IP publique des VMs Azure (Master ou Worker).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2524" y="3077248"/>
            <a:ext cx="5625531" cy="3774631"/>
          </a:xfrm>
          <a:custGeom>
            <a:avLst/>
            <a:gdLst/>
            <a:ahLst/>
            <a:cxnLst/>
            <a:rect l="l" t="t" r="r" b="b"/>
            <a:pathLst>
              <a:path w="5625531" h="3774631">
                <a:moveTo>
                  <a:pt x="110483" y="0"/>
                </a:moveTo>
                <a:lnTo>
                  <a:pt x="5515048" y="0"/>
                </a:lnTo>
                <a:cubicBezTo>
                  <a:pt x="5576066" y="0"/>
                  <a:pt x="5625531" y="49465"/>
                  <a:pt x="5625531" y="110483"/>
                </a:cubicBezTo>
                <a:lnTo>
                  <a:pt x="5625531" y="3664148"/>
                </a:lnTo>
                <a:cubicBezTo>
                  <a:pt x="5625531" y="3725166"/>
                  <a:pt x="5576066" y="3774631"/>
                  <a:pt x="5515048" y="3774631"/>
                </a:cubicBezTo>
                <a:lnTo>
                  <a:pt x="110483" y="3774631"/>
                </a:lnTo>
                <a:cubicBezTo>
                  <a:pt x="49465" y="3774631"/>
                  <a:pt x="0" y="3725166"/>
                  <a:pt x="0" y="3664148"/>
                </a:cubicBezTo>
                <a:lnTo>
                  <a:pt x="0" y="110483"/>
                </a:lnTo>
                <a:cubicBezTo>
                  <a:pt x="0" y="49506"/>
                  <a:pt x="49506" y="0"/>
                  <a:pt x="110483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3900" y="3302357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3381" y="42661"/>
                </a:moveTo>
                <a:cubicBezTo>
                  <a:pt x="-1115" y="38165"/>
                  <a:pt x="-1115" y="30863"/>
                  <a:pt x="3381" y="26366"/>
                </a:cubicBezTo>
                <a:cubicBezTo>
                  <a:pt x="7878" y="21870"/>
                  <a:pt x="15180" y="21870"/>
                  <a:pt x="19676" y="26366"/>
                </a:cubicBezTo>
                <a:lnTo>
                  <a:pt x="77229" y="83919"/>
                </a:lnTo>
                <a:cubicBezTo>
                  <a:pt x="81725" y="88416"/>
                  <a:pt x="81725" y="95718"/>
                  <a:pt x="77229" y="100214"/>
                </a:cubicBezTo>
                <a:lnTo>
                  <a:pt x="19676" y="157767"/>
                </a:lnTo>
                <a:cubicBezTo>
                  <a:pt x="15180" y="162263"/>
                  <a:pt x="7878" y="162263"/>
                  <a:pt x="3381" y="157767"/>
                </a:cubicBezTo>
                <a:cubicBezTo>
                  <a:pt x="-1115" y="153270"/>
                  <a:pt x="-1115" y="145968"/>
                  <a:pt x="3381" y="141472"/>
                </a:cubicBezTo>
                <a:lnTo>
                  <a:pt x="52769" y="92085"/>
                </a:lnTo>
                <a:lnTo>
                  <a:pt x="3381" y="42661"/>
                </a:lnTo>
                <a:close/>
                <a:moveTo>
                  <a:pt x="80574" y="138127"/>
                </a:moveTo>
                <a:lnTo>
                  <a:pt x="172659" y="138127"/>
                </a:lnTo>
                <a:cubicBezTo>
                  <a:pt x="179025" y="138127"/>
                  <a:pt x="184169" y="143271"/>
                  <a:pt x="184169" y="149637"/>
                </a:cubicBezTo>
                <a:cubicBezTo>
                  <a:pt x="184169" y="156004"/>
                  <a:pt x="179025" y="161148"/>
                  <a:pt x="172659" y="161148"/>
                </a:cubicBezTo>
                <a:lnTo>
                  <a:pt x="80574" y="161148"/>
                </a:lnTo>
                <a:cubicBezTo>
                  <a:pt x="74207" y="161148"/>
                  <a:pt x="69063" y="156004"/>
                  <a:pt x="69063" y="149637"/>
                </a:cubicBezTo>
                <a:cubicBezTo>
                  <a:pt x="69063" y="143271"/>
                  <a:pt x="74207" y="138127"/>
                  <a:pt x="80574" y="138127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13" name="Text 11"/>
          <p:cNvSpPr/>
          <p:nvPr/>
        </p:nvSpPr>
        <p:spPr>
          <a:xfrm>
            <a:off x="791090" y="3265604"/>
            <a:ext cx="5110695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Commandes de Test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5065" y="3674881"/>
            <a:ext cx="5247985" cy="855550"/>
          </a:xfrm>
          <a:custGeom>
            <a:avLst/>
            <a:gdLst/>
            <a:ahLst/>
            <a:cxnLst/>
            <a:rect l="l" t="t" r="r" b="b"/>
            <a:pathLst>
              <a:path w="5247985" h="855550">
                <a:moveTo>
                  <a:pt x="73671" y="0"/>
                </a:moveTo>
                <a:lnTo>
                  <a:pt x="5174313" y="0"/>
                </a:lnTo>
                <a:cubicBezTo>
                  <a:pt x="5215001" y="0"/>
                  <a:pt x="5247985" y="32984"/>
                  <a:pt x="5247985" y="73671"/>
                </a:cubicBezTo>
                <a:lnTo>
                  <a:pt x="5247985" y="781878"/>
                </a:lnTo>
                <a:cubicBezTo>
                  <a:pt x="5247985" y="822566"/>
                  <a:pt x="5215001" y="855550"/>
                  <a:pt x="5174313" y="855550"/>
                </a:cubicBezTo>
                <a:lnTo>
                  <a:pt x="73671" y="855550"/>
                </a:lnTo>
                <a:cubicBezTo>
                  <a:pt x="33011" y="855550"/>
                  <a:pt x="0" y="822539"/>
                  <a:pt x="0" y="781878"/>
                </a:cubicBezTo>
                <a:lnTo>
                  <a:pt x="0" y="73671"/>
                </a:lnTo>
                <a:cubicBezTo>
                  <a:pt x="0" y="33011"/>
                  <a:pt x="33011" y="0"/>
                  <a:pt x="73671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647" y="3789465"/>
            <a:ext cx="138127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723" y="3789465"/>
            <a:ext cx="2302115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curl http://:30080/health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9647" y="4047275"/>
            <a:ext cx="5018610" cy="368338"/>
          </a:xfrm>
          <a:custGeom>
            <a:avLst/>
            <a:gdLst/>
            <a:ahLst/>
            <a:cxnLst/>
            <a:rect l="l" t="t" r="r" b="b"/>
            <a:pathLst>
              <a:path w="5018610" h="368338">
                <a:moveTo>
                  <a:pt x="36834" y="0"/>
                </a:moveTo>
                <a:lnTo>
                  <a:pt x="4981776" y="0"/>
                </a:lnTo>
                <a:cubicBezTo>
                  <a:pt x="5002119" y="0"/>
                  <a:pt x="5018610" y="16491"/>
                  <a:pt x="5018610" y="36834"/>
                </a:cubicBezTo>
                <a:lnTo>
                  <a:pt x="5018610" y="331505"/>
                </a:lnTo>
                <a:cubicBezTo>
                  <a:pt x="5018610" y="351847"/>
                  <a:pt x="5002119" y="368338"/>
                  <a:pt x="4981776" y="368338"/>
                </a:cubicBezTo>
                <a:lnTo>
                  <a:pt x="36834" y="368338"/>
                </a:lnTo>
                <a:cubicBezTo>
                  <a:pt x="16491" y="368338"/>
                  <a:pt x="0" y="351847"/>
                  <a:pt x="0" y="331505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238636">
              <a:alpha val="1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753289" y="4171144"/>
            <a:ext cx="1842843" cy="150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 "status": "healthy" }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5065" y="4648833"/>
            <a:ext cx="5247985" cy="855550"/>
          </a:xfrm>
          <a:custGeom>
            <a:avLst/>
            <a:gdLst/>
            <a:ahLst/>
            <a:cxnLst/>
            <a:rect l="l" t="t" r="r" b="b"/>
            <a:pathLst>
              <a:path w="5247985" h="855550">
                <a:moveTo>
                  <a:pt x="73671" y="0"/>
                </a:moveTo>
                <a:lnTo>
                  <a:pt x="5174313" y="0"/>
                </a:lnTo>
                <a:cubicBezTo>
                  <a:pt x="5215001" y="0"/>
                  <a:pt x="5247985" y="32984"/>
                  <a:pt x="5247985" y="73671"/>
                </a:cubicBezTo>
                <a:lnTo>
                  <a:pt x="5247985" y="781878"/>
                </a:lnTo>
                <a:cubicBezTo>
                  <a:pt x="5247985" y="822566"/>
                  <a:pt x="5215001" y="855550"/>
                  <a:pt x="5174313" y="855550"/>
                </a:cubicBezTo>
                <a:lnTo>
                  <a:pt x="73671" y="855550"/>
                </a:lnTo>
                <a:cubicBezTo>
                  <a:pt x="33011" y="855550"/>
                  <a:pt x="0" y="822539"/>
                  <a:pt x="0" y="781878"/>
                </a:cubicBezTo>
                <a:lnTo>
                  <a:pt x="0" y="73671"/>
                </a:lnTo>
                <a:cubicBezTo>
                  <a:pt x="0" y="33011"/>
                  <a:pt x="33011" y="0"/>
                  <a:pt x="73671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647" y="4763417"/>
            <a:ext cx="138127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723" y="4763417"/>
            <a:ext cx="2228447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curl http://:30080/tasks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9647" y="5021227"/>
            <a:ext cx="5018610" cy="368338"/>
          </a:xfrm>
          <a:custGeom>
            <a:avLst/>
            <a:gdLst/>
            <a:ahLst/>
            <a:cxnLst/>
            <a:rect l="l" t="t" r="r" b="b"/>
            <a:pathLst>
              <a:path w="5018610" h="368338">
                <a:moveTo>
                  <a:pt x="36834" y="0"/>
                </a:moveTo>
                <a:lnTo>
                  <a:pt x="4981776" y="0"/>
                </a:lnTo>
                <a:cubicBezTo>
                  <a:pt x="5002119" y="0"/>
                  <a:pt x="5018610" y="16491"/>
                  <a:pt x="5018610" y="36834"/>
                </a:cubicBezTo>
                <a:lnTo>
                  <a:pt x="5018610" y="331505"/>
                </a:lnTo>
                <a:cubicBezTo>
                  <a:pt x="5018610" y="351847"/>
                  <a:pt x="5002119" y="368338"/>
                  <a:pt x="4981776" y="368338"/>
                </a:cubicBezTo>
                <a:lnTo>
                  <a:pt x="36834" y="368338"/>
                </a:lnTo>
                <a:cubicBezTo>
                  <a:pt x="16491" y="368338"/>
                  <a:pt x="0" y="351847"/>
                  <a:pt x="0" y="331505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58A6FF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753289" y="5145096"/>
            <a:ext cx="2152059" cy="150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58A6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[{"id": 1, "title": "..."}]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5065" y="5622785"/>
            <a:ext cx="5247985" cy="1039719"/>
          </a:xfrm>
          <a:custGeom>
            <a:avLst/>
            <a:gdLst/>
            <a:ahLst/>
            <a:cxnLst/>
            <a:rect l="l" t="t" r="r" b="b"/>
            <a:pathLst>
              <a:path w="5247985" h="1039719">
                <a:moveTo>
                  <a:pt x="73664" y="0"/>
                </a:moveTo>
                <a:lnTo>
                  <a:pt x="5174321" y="0"/>
                </a:lnTo>
                <a:cubicBezTo>
                  <a:pt x="5215004" y="0"/>
                  <a:pt x="5247985" y="32981"/>
                  <a:pt x="5247985" y="73664"/>
                </a:cubicBezTo>
                <a:lnTo>
                  <a:pt x="5247985" y="966055"/>
                </a:lnTo>
                <a:cubicBezTo>
                  <a:pt x="5247985" y="1006738"/>
                  <a:pt x="5215004" y="1039719"/>
                  <a:pt x="5174321" y="1039719"/>
                </a:cubicBezTo>
                <a:lnTo>
                  <a:pt x="73664" y="1039719"/>
                </a:lnTo>
                <a:cubicBezTo>
                  <a:pt x="32981" y="1039719"/>
                  <a:pt x="0" y="1006738"/>
                  <a:pt x="0" y="966055"/>
                </a:cubicBezTo>
                <a:lnTo>
                  <a:pt x="0" y="73664"/>
                </a:lnTo>
                <a:cubicBezTo>
                  <a:pt x="0" y="32981"/>
                  <a:pt x="32981" y="0"/>
                  <a:pt x="73664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647" y="5829449"/>
            <a:ext cx="138127" cy="18416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23863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$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0723" y="5737365"/>
            <a:ext cx="4926526" cy="36833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E6EDF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curl -X POST -H "Content-Type: application/json" -d '{"title":"Test"}' http://:30080/tasks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9647" y="6179348"/>
            <a:ext cx="5018610" cy="368338"/>
          </a:xfrm>
          <a:custGeom>
            <a:avLst/>
            <a:gdLst/>
            <a:ahLst/>
            <a:cxnLst/>
            <a:rect l="l" t="t" r="r" b="b"/>
            <a:pathLst>
              <a:path w="5018610" h="368338">
                <a:moveTo>
                  <a:pt x="36834" y="0"/>
                </a:moveTo>
                <a:lnTo>
                  <a:pt x="4981776" y="0"/>
                </a:lnTo>
                <a:cubicBezTo>
                  <a:pt x="5002119" y="0"/>
                  <a:pt x="5018610" y="16491"/>
                  <a:pt x="5018610" y="36834"/>
                </a:cubicBezTo>
                <a:lnTo>
                  <a:pt x="5018610" y="331505"/>
                </a:lnTo>
                <a:cubicBezTo>
                  <a:pt x="5018610" y="351847"/>
                  <a:pt x="5002119" y="368338"/>
                  <a:pt x="4981776" y="368338"/>
                </a:cubicBezTo>
                <a:lnTo>
                  <a:pt x="36834" y="368338"/>
                </a:lnTo>
                <a:cubicBezTo>
                  <a:pt x="16491" y="368338"/>
                  <a:pt x="0" y="351847"/>
                  <a:pt x="0" y="331505"/>
                </a:cubicBezTo>
                <a:lnTo>
                  <a:pt x="0" y="36834"/>
                </a:lnTo>
                <a:cubicBezTo>
                  <a:pt x="0" y="16505"/>
                  <a:pt x="16505" y="0"/>
                  <a:pt x="36834" y="0"/>
                </a:cubicBezTo>
                <a:close/>
              </a:path>
            </a:pathLst>
          </a:custGeom>
          <a:solidFill>
            <a:srgbClr val="F78166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753289" y="6303217"/>
            <a:ext cx="2229363" cy="1506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5" dirty="0">
                <a:solidFill>
                  <a:srgbClr val="F7816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{ "id": 2, "title": "Test" }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4258" y="1403503"/>
            <a:ext cx="5625531" cy="2826160"/>
          </a:xfrm>
          <a:custGeom>
            <a:avLst/>
            <a:gdLst/>
            <a:ahLst/>
            <a:cxnLst/>
            <a:rect l="l" t="t" r="r" b="b"/>
            <a:pathLst>
              <a:path w="5625531" h="2826160">
                <a:moveTo>
                  <a:pt x="110503" y="0"/>
                </a:moveTo>
                <a:lnTo>
                  <a:pt x="5515029" y="0"/>
                </a:lnTo>
                <a:cubicBezTo>
                  <a:pt x="5576058" y="0"/>
                  <a:pt x="5625531" y="49474"/>
                  <a:pt x="5625531" y="110503"/>
                </a:cubicBezTo>
                <a:lnTo>
                  <a:pt x="5625531" y="2715657"/>
                </a:lnTo>
                <a:cubicBezTo>
                  <a:pt x="5625531" y="2776686"/>
                  <a:pt x="5576058" y="2826160"/>
                  <a:pt x="5515029" y="2826160"/>
                </a:cubicBezTo>
                <a:lnTo>
                  <a:pt x="110503" y="2826160"/>
                </a:lnTo>
                <a:cubicBezTo>
                  <a:pt x="49474" y="2826160"/>
                  <a:pt x="0" y="2776686"/>
                  <a:pt x="0" y="2715657"/>
                </a:cubicBezTo>
                <a:lnTo>
                  <a:pt x="0" y="110503"/>
                </a:lnTo>
                <a:cubicBezTo>
                  <a:pt x="0" y="49474"/>
                  <a:pt x="49474" y="0"/>
                  <a:pt x="110503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5634" y="1628616"/>
            <a:ext cx="184169" cy="184169"/>
          </a:xfrm>
          <a:custGeom>
            <a:avLst/>
            <a:gdLst/>
            <a:ahLst/>
            <a:cxnLst/>
            <a:rect l="l" t="t" r="r" b="b"/>
            <a:pathLst>
              <a:path w="184169" h="184169">
                <a:moveTo>
                  <a:pt x="23705" y="82193"/>
                </a:moveTo>
                <a:cubicBezTo>
                  <a:pt x="28489" y="48740"/>
                  <a:pt x="57301" y="23021"/>
                  <a:pt x="92085" y="23021"/>
                </a:cubicBezTo>
                <a:cubicBezTo>
                  <a:pt x="111149" y="23021"/>
                  <a:pt x="128415" y="30755"/>
                  <a:pt x="140933" y="43237"/>
                </a:cubicBezTo>
                <a:cubicBezTo>
                  <a:pt x="141005" y="43309"/>
                  <a:pt x="141076" y="43380"/>
                  <a:pt x="141148" y="43452"/>
                </a:cubicBezTo>
                <a:lnTo>
                  <a:pt x="143882" y="46042"/>
                </a:lnTo>
                <a:lnTo>
                  <a:pt x="126652" y="46042"/>
                </a:lnTo>
                <a:cubicBezTo>
                  <a:pt x="120285" y="46042"/>
                  <a:pt x="115142" y="51186"/>
                  <a:pt x="115142" y="57553"/>
                </a:cubicBezTo>
                <a:cubicBezTo>
                  <a:pt x="115142" y="63920"/>
                  <a:pt x="120285" y="69063"/>
                  <a:pt x="126652" y="69063"/>
                </a:cubicBezTo>
                <a:lnTo>
                  <a:pt x="172695" y="69063"/>
                </a:lnTo>
                <a:cubicBezTo>
                  <a:pt x="179061" y="69063"/>
                  <a:pt x="184205" y="63920"/>
                  <a:pt x="184205" y="57553"/>
                </a:cubicBezTo>
                <a:lnTo>
                  <a:pt x="184205" y="11511"/>
                </a:lnTo>
                <a:cubicBezTo>
                  <a:pt x="184205" y="5144"/>
                  <a:pt x="179061" y="0"/>
                  <a:pt x="172695" y="0"/>
                </a:cubicBezTo>
                <a:cubicBezTo>
                  <a:pt x="166328" y="0"/>
                  <a:pt x="161184" y="5144"/>
                  <a:pt x="161184" y="11511"/>
                </a:cubicBezTo>
                <a:lnTo>
                  <a:pt x="161184" y="30719"/>
                </a:lnTo>
                <a:lnTo>
                  <a:pt x="157119" y="26870"/>
                </a:lnTo>
                <a:cubicBezTo>
                  <a:pt x="140465" y="10288"/>
                  <a:pt x="117444" y="0"/>
                  <a:pt x="92085" y="0"/>
                </a:cubicBezTo>
                <a:cubicBezTo>
                  <a:pt x="45683" y="0"/>
                  <a:pt x="7302" y="34316"/>
                  <a:pt x="935" y="78955"/>
                </a:cubicBezTo>
                <a:cubicBezTo>
                  <a:pt x="36" y="85250"/>
                  <a:pt x="4388" y="91077"/>
                  <a:pt x="10683" y="91977"/>
                </a:cubicBezTo>
                <a:cubicBezTo>
                  <a:pt x="16978" y="92876"/>
                  <a:pt x="22805" y="88488"/>
                  <a:pt x="23705" y="82229"/>
                </a:cubicBezTo>
                <a:close/>
                <a:moveTo>
                  <a:pt x="183234" y="105214"/>
                </a:moveTo>
                <a:cubicBezTo>
                  <a:pt x="184133" y="98919"/>
                  <a:pt x="179745" y="93092"/>
                  <a:pt x="173486" y="92193"/>
                </a:cubicBezTo>
                <a:cubicBezTo>
                  <a:pt x="167227" y="91293"/>
                  <a:pt x="161364" y="95682"/>
                  <a:pt x="160465" y="101941"/>
                </a:cubicBezTo>
                <a:cubicBezTo>
                  <a:pt x="155681" y="135393"/>
                  <a:pt x="126868" y="161112"/>
                  <a:pt x="92085" y="161112"/>
                </a:cubicBezTo>
                <a:cubicBezTo>
                  <a:pt x="73020" y="161112"/>
                  <a:pt x="55754" y="153378"/>
                  <a:pt x="43237" y="140897"/>
                </a:cubicBezTo>
                <a:cubicBezTo>
                  <a:pt x="43165" y="140825"/>
                  <a:pt x="43093" y="140753"/>
                  <a:pt x="43021" y="140681"/>
                </a:cubicBezTo>
                <a:lnTo>
                  <a:pt x="40287" y="138091"/>
                </a:lnTo>
                <a:lnTo>
                  <a:pt x="57517" y="138091"/>
                </a:lnTo>
                <a:cubicBezTo>
                  <a:pt x="63884" y="138091"/>
                  <a:pt x="69027" y="132947"/>
                  <a:pt x="69027" y="126580"/>
                </a:cubicBezTo>
                <a:cubicBezTo>
                  <a:pt x="69027" y="120214"/>
                  <a:pt x="63884" y="115070"/>
                  <a:pt x="57517" y="115070"/>
                </a:cubicBezTo>
                <a:lnTo>
                  <a:pt x="11511" y="115106"/>
                </a:lnTo>
                <a:cubicBezTo>
                  <a:pt x="8453" y="115106"/>
                  <a:pt x="5503" y="116329"/>
                  <a:pt x="3345" y="118523"/>
                </a:cubicBezTo>
                <a:cubicBezTo>
                  <a:pt x="1187" y="120717"/>
                  <a:pt x="-36" y="123631"/>
                  <a:pt x="0" y="126724"/>
                </a:cubicBezTo>
                <a:lnTo>
                  <a:pt x="360" y="172407"/>
                </a:lnTo>
                <a:cubicBezTo>
                  <a:pt x="396" y="178774"/>
                  <a:pt x="5611" y="183881"/>
                  <a:pt x="11978" y="183809"/>
                </a:cubicBezTo>
                <a:cubicBezTo>
                  <a:pt x="18345" y="183738"/>
                  <a:pt x="23453" y="178558"/>
                  <a:pt x="23381" y="172191"/>
                </a:cubicBezTo>
                <a:lnTo>
                  <a:pt x="23237" y="153666"/>
                </a:lnTo>
                <a:lnTo>
                  <a:pt x="27086" y="157299"/>
                </a:lnTo>
                <a:cubicBezTo>
                  <a:pt x="43740" y="173882"/>
                  <a:pt x="66725" y="184169"/>
                  <a:pt x="92085" y="184169"/>
                </a:cubicBezTo>
                <a:cubicBezTo>
                  <a:pt x="138487" y="184169"/>
                  <a:pt x="176867" y="149853"/>
                  <a:pt x="183234" y="105214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31" name="Text 29"/>
          <p:cNvSpPr/>
          <p:nvPr/>
        </p:nvSpPr>
        <p:spPr>
          <a:xfrm>
            <a:off x="6612825" y="1591858"/>
            <a:ext cx="5110695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Interface Web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86799" y="2001140"/>
            <a:ext cx="5247985" cy="2034232"/>
          </a:xfrm>
          <a:custGeom>
            <a:avLst/>
            <a:gdLst/>
            <a:ahLst/>
            <a:cxnLst/>
            <a:rect l="l" t="t" r="r" b="b"/>
            <a:pathLst>
              <a:path w="5247985" h="2034232">
                <a:moveTo>
                  <a:pt x="73660" y="0"/>
                </a:moveTo>
                <a:lnTo>
                  <a:pt x="5174325" y="0"/>
                </a:lnTo>
                <a:cubicBezTo>
                  <a:pt x="5215006" y="0"/>
                  <a:pt x="5247985" y="32979"/>
                  <a:pt x="5247985" y="73660"/>
                </a:cubicBezTo>
                <a:lnTo>
                  <a:pt x="5247985" y="1960573"/>
                </a:lnTo>
                <a:cubicBezTo>
                  <a:pt x="5247985" y="2001254"/>
                  <a:pt x="5215006" y="2034232"/>
                  <a:pt x="5174325" y="2034232"/>
                </a:cubicBezTo>
                <a:lnTo>
                  <a:pt x="73660" y="2034232"/>
                </a:lnTo>
                <a:cubicBezTo>
                  <a:pt x="32979" y="2034232"/>
                  <a:pt x="0" y="2001254"/>
                  <a:pt x="0" y="1960573"/>
                </a:cubicBezTo>
                <a:lnTo>
                  <a:pt x="0" y="73660"/>
                </a:lnTo>
                <a:cubicBezTo>
                  <a:pt x="0" y="33006"/>
                  <a:pt x="33006" y="0"/>
                  <a:pt x="73660" y="0"/>
                </a:cubicBezTo>
                <a:close/>
              </a:path>
            </a:pathLst>
          </a:custGeom>
          <a:solidFill>
            <a:srgbClr val="0D1117"/>
          </a:solidFill>
          <a:ln w="11545">
            <a:solidFill>
              <a:srgbClr val="E6EDF3">
                <a:alpha val="1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32602" y="2226248"/>
            <a:ext cx="552508" cy="552508"/>
          </a:xfrm>
          <a:custGeom>
            <a:avLst/>
            <a:gdLst/>
            <a:ahLst/>
            <a:cxnLst/>
            <a:rect l="l" t="t" r="r" b="b"/>
            <a:pathLst>
              <a:path w="552508" h="552508">
                <a:moveTo>
                  <a:pt x="69063" y="34532"/>
                </a:moveTo>
                <a:cubicBezTo>
                  <a:pt x="30971" y="34532"/>
                  <a:pt x="0" y="65502"/>
                  <a:pt x="0" y="103595"/>
                </a:cubicBezTo>
                <a:lnTo>
                  <a:pt x="0" y="379849"/>
                </a:lnTo>
                <a:cubicBezTo>
                  <a:pt x="0" y="417942"/>
                  <a:pt x="30971" y="448912"/>
                  <a:pt x="69063" y="448912"/>
                </a:cubicBezTo>
                <a:lnTo>
                  <a:pt x="224456" y="448912"/>
                </a:lnTo>
                <a:lnTo>
                  <a:pt x="207190" y="500710"/>
                </a:lnTo>
                <a:lnTo>
                  <a:pt x="129494" y="500710"/>
                </a:lnTo>
                <a:cubicBezTo>
                  <a:pt x="115142" y="500710"/>
                  <a:pt x="103595" y="512257"/>
                  <a:pt x="103595" y="526609"/>
                </a:cubicBezTo>
                <a:cubicBezTo>
                  <a:pt x="103595" y="540961"/>
                  <a:pt x="115142" y="552508"/>
                  <a:pt x="129494" y="552508"/>
                </a:cubicBezTo>
                <a:lnTo>
                  <a:pt x="423014" y="552508"/>
                </a:lnTo>
                <a:cubicBezTo>
                  <a:pt x="437366" y="552508"/>
                  <a:pt x="448912" y="540961"/>
                  <a:pt x="448912" y="526609"/>
                </a:cubicBezTo>
                <a:cubicBezTo>
                  <a:pt x="448912" y="512257"/>
                  <a:pt x="437366" y="500710"/>
                  <a:pt x="423014" y="500710"/>
                </a:cubicBezTo>
                <a:lnTo>
                  <a:pt x="345317" y="500710"/>
                </a:lnTo>
                <a:lnTo>
                  <a:pt x="328051" y="448912"/>
                </a:lnTo>
                <a:lnTo>
                  <a:pt x="483444" y="448912"/>
                </a:lnTo>
                <a:cubicBezTo>
                  <a:pt x="521537" y="448912"/>
                  <a:pt x="552508" y="417942"/>
                  <a:pt x="552508" y="379849"/>
                </a:cubicBezTo>
                <a:lnTo>
                  <a:pt x="552508" y="103595"/>
                </a:lnTo>
                <a:cubicBezTo>
                  <a:pt x="552508" y="65502"/>
                  <a:pt x="521537" y="34532"/>
                  <a:pt x="483444" y="34532"/>
                </a:cubicBezTo>
                <a:lnTo>
                  <a:pt x="69063" y="34532"/>
                </a:lnTo>
                <a:close/>
                <a:moveTo>
                  <a:pt x="103595" y="103595"/>
                </a:moveTo>
                <a:lnTo>
                  <a:pt x="448912" y="103595"/>
                </a:lnTo>
                <a:cubicBezTo>
                  <a:pt x="468013" y="103595"/>
                  <a:pt x="483444" y="119027"/>
                  <a:pt x="483444" y="138127"/>
                </a:cubicBezTo>
                <a:lnTo>
                  <a:pt x="483444" y="310785"/>
                </a:lnTo>
                <a:cubicBezTo>
                  <a:pt x="483444" y="329886"/>
                  <a:pt x="468013" y="345317"/>
                  <a:pt x="448912" y="345317"/>
                </a:cubicBezTo>
                <a:lnTo>
                  <a:pt x="103595" y="345317"/>
                </a:lnTo>
                <a:cubicBezTo>
                  <a:pt x="84495" y="345317"/>
                  <a:pt x="69063" y="329886"/>
                  <a:pt x="69063" y="310785"/>
                </a:cubicBezTo>
                <a:lnTo>
                  <a:pt x="69063" y="138127"/>
                </a:lnTo>
                <a:cubicBezTo>
                  <a:pt x="69063" y="119027"/>
                  <a:pt x="84495" y="103595"/>
                  <a:pt x="103595" y="103595"/>
                </a:cubicBezTo>
                <a:close/>
              </a:path>
            </a:pathLst>
          </a:custGeom>
          <a:solidFill>
            <a:srgbClr val="58A6FF"/>
          </a:solidFill>
        </p:spPr>
      </p:sp>
      <p:sp>
        <p:nvSpPr>
          <p:cNvPr id="34" name="Text 32"/>
          <p:cNvSpPr/>
          <p:nvPr/>
        </p:nvSpPr>
        <p:spPr>
          <a:xfrm>
            <a:off x="8202749" y="2926042"/>
            <a:ext cx="1611480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5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Accès via navigateur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848511" y="3331003"/>
            <a:ext cx="2320532" cy="478840"/>
          </a:xfrm>
          <a:custGeom>
            <a:avLst/>
            <a:gdLst/>
            <a:ahLst/>
            <a:cxnLst/>
            <a:rect l="l" t="t" r="r" b="b"/>
            <a:pathLst>
              <a:path w="2320532" h="478840">
                <a:moveTo>
                  <a:pt x="73670" y="0"/>
                </a:moveTo>
                <a:lnTo>
                  <a:pt x="2246862" y="0"/>
                </a:lnTo>
                <a:cubicBezTo>
                  <a:pt x="2287549" y="0"/>
                  <a:pt x="2320532" y="32983"/>
                  <a:pt x="2320532" y="73670"/>
                </a:cubicBezTo>
                <a:lnTo>
                  <a:pt x="2320532" y="405170"/>
                </a:lnTo>
                <a:cubicBezTo>
                  <a:pt x="2320532" y="445857"/>
                  <a:pt x="2287549" y="478840"/>
                  <a:pt x="2246862" y="478840"/>
                </a:cubicBezTo>
                <a:lnTo>
                  <a:pt x="73670" y="478840"/>
                </a:lnTo>
                <a:cubicBezTo>
                  <a:pt x="33010" y="478840"/>
                  <a:pt x="0" y="445830"/>
                  <a:pt x="0" y="405170"/>
                </a:cubicBezTo>
                <a:lnTo>
                  <a:pt x="0" y="73670"/>
                </a:lnTo>
                <a:cubicBezTo>
                  <a:pt x="0" y="33010"/>
                  <a:pt x="33010" y="0"/>
                  <a:pt x="73670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8069435" y="3458141"/>
            <a:ext cx="1970924" cy="2092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dirty="0">
                <a:solidFill>
                  <a:srgbClr val="58A6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http://:30080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4258" y="4382911"/>
            <a:ext cx="5625531" cy="2476238"/>
          </a:xfrm>
          <a:custGeom>
            <a:avLst/>
            <a:gdLst/>
            <a:ahLst/>
            <a:cxnLst/>
            <a:rect l="l" t="t" r="r" b="b"/>
            <a:pathLst>
              <a:path w="5625531" h="2476238">
                <a:moveTo>
                  <a:pt x="110490" y="0"/>
                </a:moveTo>
                <a:lnTo>
                  <a:pt x="5515042" y="0"/>
                </a:lnTo>
                <a:cubicBezTo>
                  <a:pt x="5576063" y="0"/>
                  <a:pt x="5625531" y="49468"/>
                  <a:pt x="5625531" y="110490"/>
                </a:cubicBezTo>
                <a:lnTo>
                  <a:pt x="5625531" y="2365749"/>
                </a:lnTo>
                <a:cubicBezTo>
                  <a:pt x="5625531" y="2426770"/>
                  <a:pt x="5576063" y="2476238"/>
                  <a:pt x="5515042" y="2476238"/>
                </a:cubicBezTo>
                <a:lnTo>
                  <a:pt x="110490" y="2476238"/>
                </a:lnTo>
                <a:cubicBezTo>
                  <a:pt x="49468" y="2476238"/>
                  <a:pt x="0" y="2426770"/>
                  <a:pt x="0" y="2365749"/>
                </a:cubicBezTo>
                <a:lnTo>
                  <a:pt x="0" y="110490"/>
                </a:lnTo>
                <a:cubicBezTo>
                  <a:pt x="0" y="49468"/>
                  <a:pt x="49468" y="0"/>
                  <a:pt x="110490" y="0"/>
                </a:cubicBezTo>
                <a:close/>
              </a:path>
            </a:pathLst>
          </a:custGeom>
          <a:gradFill flip="none" rotWithShape="1">
            <a:gsLst>
              <a:gs pos="0">
                <a:srgbClr val="58A6FF">
                  <a:alpha val="20000"/>
                </a:srgbClr>
              </a:gs>
              <a:gs pos="100000">
                <a:srgbClr val="238636">
                  <a:alpha val="20000"/>
                </a:srgbClr>
              </a:gs>
            </a:gsLst>
            <a:lin ang="0" scaled="1"/>
          </a:gra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3979" y="4608024"/>
            <a:ext cx="207190" cy="276254"/>
          </a:xfrm>
          <a:custGeom>
            <a:avLst/>
            <a:gdLst/>
            <a:ahLst/>
            <a:cxnLst/>
            <a:rect l="l" t="t" r="r" b="b"/>
            <a:pathLst>
              <a:path w="207190" h="276254">
                <a:moveTo>
                  <a:pt x="134836" y="36042"/>
                </a:moveTo>
                <a:cubicBezTo>
                  <a:pt x="140447" y="28327"/>
                  <a:pt x="138720" y="17536"/>
                  <a:pt x="131005" y="11924"/>
                </a:cubicBezTo>
                <a:cubicBezTo>
                  <a:pt x="123289" y="6313"/>
                  <a:pt x="112498" y="8039"/>
                  <a:pt x="106886" y="15755"/>
                </a:cubicBezTo>
                <a:lnTo>
                  <a:pt x="49693" y="94369"/>
                </a:lnTo>
                <a:lnTo>
                  <a:pt x="29460" y="74135"/>
                </a:lnTo>
                <a:cubicBezTo>
                  <a:pt x="22715" y="67391"/>
                  <a:pt x="11762" y="67391"/>
                  <a:pt x="5018" y="74135"/>
                </a:cubicBezTo>
                <a:cubicBezTo>
                  <a:pt x="-1727" y="80880"/>
                  <a:pt x="-1727" y="91833"/>
                  <a:pt x="5018" y="98577"/>
                </a:cubicBezTo>
                <a:lnTo>
                  <a:pt x="39550" y="133109"/>
                </a:lnTo>
                <a:cubicBezTo>
                  <a:pt x="43111" y="136670"/>
                  <a:pt x="48075" y="138505"/>
                  <a:pt x="53093" y="138127"/>
                </a:cubicBezTo>
                <a:cubicBezTo>
                  <a:pt x="58110" y="137749"/>
                  <a:pt x="62751" y="135159"/>
                  <a:pt x="65718" y="131059"/>
                </a:cubicBezTo>
                <a:lnTo>
                  <a:pt x="134782" y="36096"/>
                </a:lnTo>
                <a:close/>
                <a:moveTo>
                  <a:pt x="203899" y="109422"/>
                </a:moveTo>
                <a:cubicBezTo>
                  <a:pt x="209510" y="101707"/>
                  <a:pt x="207784" y="90916"/>
                  <a:pt x="200068" y="85304"/>
                </a:cubicBezTo>
                <a:cubicBezTo>
                  <a:pt x="192352" y="79693"/>
                  <a:pt x="181561" y="81419"/>
                  <a:pt x="175950" y="89135"/>
                </a:cubicBezTo>
                <a:lnTo>
                  <a:pt x="84225" y="215230"/>
                </a:lnTo>
                <a:lnTo>
                  <a:pt x="46726" y="177730"/>
                </a:lnTo>
                <a:cubicBezTo>
                  <a:pt x="39981" y="170986"/>
                  <a:pt x="29028" y="170986"/>
                  <a:pt x="22284" y="177730"/>
                </a:cubicBezTo>
                <a:cubicBezTo>
                  <a:pt x="15539" y="184475"/>
                  <a:pt x="15539" y="195428"/>
                  <a:pt x="22284" y="202172"/>
                </a:cubicBezTo>
                <a:lnTo>
                  <a:pt x="74081" y="253970"/>
                </a:lnTo>
                <a:cubicBezTo>
                  <a:pt x="77642" y="257531"/>
                  <a:pt x="82606" y="259366"/>
                  <a:pt x="87624" y="258988"/>
                </a:cubicBezTo>
                <a:cubicBezTo>
                  <a:pt x="92642" y="258610"/>
                  <a:pt x="97282" y="256020"/>
                  <a:pt x="100250" y="251920"/>
                </a:cubicBezTo>
                <a:lnTo>
                  <a:pt x="203845" y="109476"/>
                </a:lnTo>
                <a:close/>
              </a:path>
            </a:pathLst>
          </a:custGeom>
          <a:solidFill>
            <a:srgbClr val="238636"/>
          </a:solidFill>
        </p:spPr>
      </p:sp>
      <p:sp>
        <p:nvSpPr>
          <p:cNvPr id="39" name="Text 37"/>
          <p:cNvSpPr/>
          <p:nvPr/>
        </p:nvSpPr>
        <p:spPr>
          <a:xfrm>
            <a:off x="6838327" y="4571267"/>
            <a:ext cx="2698079" cy="2578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0" b="1" dirty="0">
                <a:solidFill>
                  <a:srgbClr val="E6EDF3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Points de Validation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64801" y="4985387"/>
            <a:ext cx="112804" cy="128918"/>
          </a:xfrm>
          <a:custGeom>
            <a:avLst/>
            <a:gdLst/>
            <a:ahLst/>
            <a:cxnLst/>
            <a:rect l="l" t="t" r="r" b="b"/>
            <a:pathLst>
              <a:path w="112804" h="128918">
                <a:moveTo>
                  <a:pt x="109480" y="17651"/>
                </a:moveTo>
                <a:cubicBezTo>
                  <a:pt x="113081" y="20269"/>
                  <a:pt x="113886" y="25305"/>
                  <a:pt x="111268" y="28906"/>
                </a:cubicBezTo>
                <a:lnTo>
                  <a:pt x="46808" y="117537"/>
                </a:lnTo>
                <a:cubicBezTo>
                  <a:pt x="45424" y="119451"/>
                  <a:pt x="43283" y="120634"/>
                  <a:pt x="40916" y="120836"/>
                </a:cubicBezTo>
                <a:cubicBezTo>
                  <a:pt x="38550" y="121037"/>
                  <a:pt x="36258" y="120156"/>
                  <a:pt x="34596" y="118494"/>
                </a:cubicBezTo>
                <a:lnTo>
                  <a:pt x="2367" y="86265"/>
                </a:lnTo>
                <a:cubicBezTo>
                  <a:pt x="-781" y="83117"/>
                  <a:pt x="-781" y="78006"/>
                  <a:pt x="2367" y="74858"/>
                </a:cubicBezTo>
                <a:cubicBezTo>
                  <a:pt x="5514" y="71711"/>
                  <a:pt x="10626" y="71711"/>
                  <a:pt x="13773" y="74858"/>
                </a:cubicBezTo>
                <a:lnTo>
                  <a:pt x="39330" y="100415"/>
                </a:lnTo>
                <a:lnTo>
                  <a:pt x="98250" y="19413"/>
                </a:lnTo>
                <a:cubicBezTo>
                  <a:pt x="100869" y="15813"/>
                  <a:pt x="105904" y="15007"/>
                  <a:pt x="109505" y="1762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1" name="Text 39"/>
          <p:cNvSpPr/>
          <p:nvPr/>
        </p:nvSpPr>
        <p:spPr>
          <a:xfrm>
            <a:off x="7004079" y="4939475"/>
            <a:ext cx="251390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Application accessible publiquement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64801" y="5279954"/>
            <a:ext cx="112804" cy="128918"/>
          </a:xfrm>
          <a:custGeom>
            <a:avLst/>
            <a:gdLst/>
            <a:ahLst/>
            <a:cxnLst/>
            <a:rect l="l" t="t" r="r" b="b"/>
            <a:pathLst>
              <a:path w="112804" h="128918">
                <a:moveTo>
                  <a:pt x="109480" y="17651"/>
                </a:moveTo>
                <a:cubicBezTo>
                  <a:pt x="113081" y="20269"/>
                  <a:pt x="113886" y="25305"/>
                  <a:pt x="111268" y="28906"/>
                </a:cubicBezTo>
                <a:lnTo>
                  <a:pt x="46808" y="117537"/>
                </a:lnTo>
                <a:cubicBezTo>
                  <a:pt x="45424" y="119451"/>
                  <a:pt x="43283" y="120634"/>
                  <a:pt x="40916" y="120836"/>
                </a:cubicBezTo>
                <a:cubicBezTo>
                  <a:pt x="38550" y="121037"/>
                  <a:pt x="36258" y="120156"/>
                  <a:pt x="34596" y="118494"/>
                </a:cubicBezTo>
                <a:lnTo>
                  <a:pt x="2367" y="86265"/>
                </a:lnTo>
                <a:cubicBezTo>
                  <a:pt x="-781" y="83117"/>
                  <a:pt x="-781" y="78006"/>
                  <a:pt x="2367" y="74858"/>
                </a:cubicBezTo>
                <a:cubicBezTo>
                  <a:pt x="5514" y="71711"/>
                  <a:pt x="10626" y="71711"/>
                  <a:pt x="13773" y="74858"/>
                </a:cubicBezTo>
                <a:lnTo>
                  <a:pt x="39330" y="100415"/>
                </a:lnTo>
                <a:lnTo>
                  <a:pt x="98250" y="19413"/>
                </a:lnTo>
                <a:cubicBezTo>
                  <a:pt x="100869" y="15813"/>
                  <a:pt x="105904" y="15007"/>
                  <a:pt x="109505" y="1762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3" name="Text 41"/>
          <p:cNvSpPr/>
          <p:nvPr/>
        </p:nvSpPr>
        <p:spPr>
          <a:xfrm>
            <a:off x="7004079" y="5234042"/>
            <a:ext cx="251390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Endpoints REST fonctionnels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64801" y="5574517"/>
            <a:ext cx="112804" cy="128918"/>
          </a:xfrm>
          <a:custGeom>
            <a:avLst/>
            <a:gdLst/>
            <a:ahLst/>
            <a:cxnLst/>
            <a:rect l="l" t="t" r="r" b="b"/>
            <a:pathLst>
              <a:path w="112804" h="128918">
                <a:moveTo>
                  <a:pt x="109480" y="17651"/>
                </a:moveTo>
                <a:cubicBezTo>
                  <a:pt x="113081" y="20269"/>
                  <a:pt x="113886" y="25305"/>
                  <a:pt x="111268" y="28906"/>
                </a:cubicBezTo>
                <a:lnTo>
                  <a:pt x="46808" y="117537"/>
                </a:lnTo>
                <a:cubicBezTo>
                  <a:pt x="45424" y="119451"/>
                  <a:pt x="43283" y="120634"/>
                  <a:pt x="40916" y="120836"/>
                </a:cubicBezTo>
                <a:cubicBezTo>
                  <a:pt x="38550" y="121037"/>
                  <a:pt x="36258" y="120156"/>
                  <a:pt x="34596" y="118494"/>
                </a:cubicBezTo>
                <a:lnTo>
                  <a:pt x="2367" y="86265"/>
                </a:lnTo>
                <a:cubicBezTo>
                  <a:pt x="-781" y="83117"/>
                  <a:pt x="-781" y="78006"/>
                  <a:pt x="2367" y="74858"/>
                </a:cubicBezTo>
                <a:cubicBezTo>
                  <a:pt x="5514" y="71711"/>
                  <a:pt x="10626" y="71711"/>
                  <a:pt x="13773" y="74858"/>
                </a:cubicBezTo>
                <a:lnTo>
                  <a:pt x="39330" y="100415"/>
                </a:lnTo>
                <a:lnTo>
                  <a:pt x="98250" y="19413"/>
                </a:lnTo>
                <a:cubicBezTo>
                  <a:pt x="100869" y="15813"/>
                  <a:pt x="105904" y="15007"/>
                  <a:pt x="109505" y="1762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5" name="Text 43"/>
          <p:cNvSpPr/>
          <p:nvPr/>
        </p:nvSpPr>
        <p:spPr>
          <a:xfrm>
            <a:off x="7004079" y="5528605"/>
            <a:ext cx="251390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CRUD opérationnel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64801" y="5869084"/>
            <a:ext cx="112804" cy="128918"/>
          </a:xfrm>
          <a:custGeom>
            <a:avLst/>
            <a:gdLst/>
            <a:ahLst/>
            <a:cxnLst/>
            <a:rect l="l" t="t" r="r" b="b"/>
            <a:pathLst>
              <a:path w="112804" h="128918">
                <a:moveTo>
                  <a:pt x="109480" y="17651"/>
                </a:moveTo>
                <a:cubicBezTo>
                  <a:pt x="113081" y="20269"/>
                  <a:pt x="113886" y="25305"/>
                  <a:pt x="111268" y="28906"/>
                </a:cubicBezTo>
                <a:lnTo>
                  <a:pt x="46808" y="117537"/>
                </a:lnTo>
                <a:cubicBezTo>
                  <a:pt x="45424" y="119451"/>
                  <a:pt x="43283" y="120634"/>
                  <a:pt x="40916" y="120836"/>
                </a:cubicBezTo>
                <a:cubicBezTo>
                  <a:pt x="38550" y="121037"/>
                  <a:pt x="36258" y="120156"/>
                  <a:pt x="34596" y="118494"/>
                </a:cubicBezTo>
                <a:lnTo>
                  <a:pt x="2367" y="86265"/>
                </a:lnTo>
                <a:cubicBezTo>
                  <a:pt x="-781" y="83117"/>
                  <a:pt x="-781" y="78006"/>
                  <a:pt x="2367" y="74858"/>
                </a:cubicBezTo>
                <a:cubicBezTo>
                  <a:pt x="5514" y="71711"/>
                  <a:pt x="10626" y="71711"/>
                  <a:pt x="13773" y="74858"/>
                </a:cubicBezTo>
                <a:lnTo>
                  <a:pt x="39330" y="100415"/>
                </a:lnTo>
                <a:lnTo>
                  <a:pt x="98250" y="19413"/>
                </a:lnTo>
                <a:cubicBezTo>
                  <a:pt x="100869" y="15813"/>
                  <a:pt x="105904" y="15007"/>
                  <a:pt x="109505" y="1762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7" name="Text 45"/>
          <p:cNvSpPr/>
          <p:nvPr/>
        </p:nvSpPr>
        <p:spPr>
          <a:xfrm>
            <a:off x="7004079" y="5823172"/>
            <a:ext cx="251390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Interface web responsive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864801" y="6163652"/>
            <a:ext cx="112804" cy="128918"/>
          </a:xfrm>
          <a:custGeom>
            <a:avLst/>
            <a:gdLst/>
            <a:ahLst/>
            <a:cxnLst/>
            <a:rect l="l" t="t" r="r" b="b"/>
            <a:pathLst>
              <a:path w="112804" h="128918">
                <a:moveTo>
                  <a:pt x="109480" y="17651"/>
                </a:moveTo>
                <a:cubicBezTo>
                  <a:pt x="113081" y="20269"/>
                  <a:pt x="113886" y="25305"/>
                  <a:pt x="111268" y="28906"/>
                </a:cubicBezTo>
                <a:lnTo>
                  <a:pt x="46808" y="117537"/>
                </a:lnTo>
                <a:cubicBezTo>
                  <a:pt x="45424" y="119451"/>
                  <a:pt x="43283" y="120634"/>
                  <a:pt x="40916" y="120836"/>
                </a:cubicBezTo>
                <a:cubicBezTo>
                  <a:pt x="38550" y="121037"/>
                  <a:pt x="36258" y="120156"/>
                  <a:pt x="34596" y="118494"/>
                </a:cubicBezTo>
                <a:lnTo>
                  <a:pt x="2367" y="86265"/>
                </a:lnTo>
                <a:cubicBezTo>
                  <a:pt x="-781" y="83117"/>
                  <a:pt x="-781" y="78006"/>
                  <a:pt x="2367" y="74858"/>
                </a:cubicBezTo>
                <a:cubicBezTo>
                  <a:pt x="5514" y="71711"/>
                  <a:pt x="10626" y="71711"/>
                  <a:pt x="13773" y="74858"/>
                </a:cubicBezTo>
                <a:lnTo>
                  <a:pt x="39330" y="100415"/>
                </a:lnTo>
                <a:lnTo>
                  <a:pt x="98250" y="19413"/>
                </a:lnTo>
                <a:cubicBezTo>
                  <a:pt x="100869" y="15813"/>
                  <a:pt x="105904" y="15007"/>
                  <a:pt x="109505" y="1762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49" name="Text 47"/>
          <p:cNvSpPr/>
          <p:nvPr/>
        </p:nvSpPr>
        <p:spPr>
          <a:xfrm>
            <a:off x="7004079" y="6117740"/>
            <a:ext cx="251390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Health check actif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864801" y="6458214"/>
            <a:ext cx="112804" cy="128918"/>
          </a:xfrm>
          <a:custGeom>
            <a:avLst/>
            <a:gdLst/>
            <a:ahLst/>
            <a:cxnLst/>
            <a:rect l="l" t="t" r="r" b="b"/>
            <a:pathLst>
              <a:path w="112804" h="128918">
                <a:moveTo>
                  <a:pt x="109480" y="17651"/>
                </a:moveTo>
                <a:cubicBezTo>
                  <a:pt x="113081" y="20269"/>
                  <a:pt x="113886" y="25305"/>
                  <a:pt x="111268" y="28906"/>
                </a:cubicBezTo>
                <a:lnTo>
                  <a:pt x="46808" y="117537"/>
                </a:lnTo>
                <a:cubicBezTo>
                  <a:pt x="45424" y="119451"/>
                  <a:pt x="43283" y="120634"/>
                  <a:pt x="40916" y="120836"/>
                </a:cubicBezTo>
                <a:cubicBezTo>
                  <a:pt x="38550" y="121037"/>
                  <a:pt x="36258" y="120156"/>
                  <a:pt x="34596" y="118494"/>
                </a:cubicBezTo>
                <a:lnTo>
                  <a:pt x="2367" y="86265"/>
                </a:lnTo>
                <a:cubicBezTo>
                  <a:pt x="-781" y="83117"/>
                  <a:pt x="-781" y="78006"/>
                  <a:pt x="2367" y="74858"/>
                </a:cubicBezTo>
                <a:cubicBezTo>
                  <a:pt x="5514" y="71711"/>
                  <a:pt x="10626" y="71711"/>
                  <a:pt x="13773" y="74858"/>
                </a:cubicBezTo>
                <a:lnTo>
                  <a:pt x="39330" y="100415"/>
                </a:lnTo>
                <a:lnTo>
                  <a:pt x="98250" y="19413"/>
                </a:lnTo>
                <a:cubicBezTo>
                  <a:pt x="100869" y="15813"/>
                  <a:pt x="105904" y="15007"/>
                  <a:pt x="109505" y="17626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51" name="Text 49"/>
          <p:cNvSpPr/>
          <p:nvPr/>
        </p:nvSpPr>
        <p:spPr>
          <a:xfrm>
            <a:off x="7004079" y="6412307"/>
            <a:ext cx="2513909" cy="2210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Load balancing entre pods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1117"/>
              </a:gs>
              <a:gs pos="50000">
                <a:srgbClr val="161B22"/>
              </a:gs>
              <a:gs pos="100000">
                <a:srgbClr val="0D1117"/>
              </a:gs>
            </a:gsLst>
            <a:lin ang="2700000" scaled="1"/>
          </a:gradFill>
        </p:spPr>
      </p:sp>
      <p:sp>
        <p:nvSpPr>
          <p:cNvPr id="3" name="Text 1"/>
          <p:cNvSpPr/>
          <p:nvPr/>
        </p:nvSpPr>
        <p:spPr>
          <a:xfrm>
            <a:off x="381000" y="450410"/>
            <a:ext cx="11506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93119"/>
            <a:ext cx="11715750" cy="571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Récapitulatif &amp; Perspectives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16963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8A6FF"/>
              </a:gs>
              <a:gs pos="100000">
                <a:srgbClr val="238636"/>
              </a:gs>
            </a:gsLst>
            <a:lin ang="0" scaled="1"/>
          </a:gradFill>
        </p:spPr>
      </p:sp>
      <p:sp>
        <p:nvSpPr>
          <p:cNvPr id="6" name="Shape 4"/>
          <p:cNvSpPr/>
          <p:nvPr/>
        </p:nvSpPr>
        <p:spPr>
          <a:xfrm>
            <a:off x="385330" y="1883080"/>
            <a:ext cx="5590309" cy="3132859"/>
          </a:xfrm>
          <a:custGeom>
            <a:avLst/>
            <a:gdLst/>
            <a:ahLst/>
            <a:cxnLst/>
            <a:rect l="l" t="t" r="r" b="b"/>
            <a:pathLst>
              <a:path w="5590309" h="3132859">
                <a:moveTo>
                  <a:pt x="114287" y="0"/>
                </a:moveTo>
                <a:lnTo>
                  <a:pt x="5476022" y="0"/>
                </a:lnTo>
                <a:cubicBezTo>
                  <a:pt x="5539141" y="0"/>
                  <a:pt x="5590309" y="51168"/>
                  <a:pt x="5590309" y="114287"/>
                </a:cubicBezTo>
                <a:lnTo>
                  <a:pt x="5590309" y="3018572"/>
                </a:lnTo>
                <a:cubicBezTo>
                  <a:pt x="5590309" y="3081691"/>
                  <a:pt x="5539141" y="3132859"/>
                  <a:pt x="5476022" y="3132859"/>
                </a:cubicBezTo>
                <a:lnTo>
                  <a:pt x="114287" y="3132859"/>
                </a:lnTo>
                <a:cubicBezTo>
                  <a:pt x="51168" y="3132859"/>
                  <a:pt x="0" y="3081691"/>
                  <a:pt x="0" y="3018572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58A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178" y="21159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58A6FF">
              <a:alpha val="2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26498" y="2239728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9" name="Text 7"/>
          <p:cNvSpPr/>
          <p:nvPr/>
        </p:nvSpPr>
        <p:spPr>
          <a:xfrm>
            <a:off x="1303870" y="2230120"/>
            <a:ext cx="220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Acquis Techniques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7228" y="287779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1" name="Text 9"/>
          <p:cNvSpPr/>
          <p:nvPr/>
        </p:nvSpPr>
        <p:spPr>
          <a:xfrm>
            <a:off x="922870" y="2839776"/>
            <a:ext cx="2990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Maîtrise de l'écosystème </a:t>
            </a:r>
            <a:r>
              <a:rPr lang="en-US" sz="12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DevOps complet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7228" y="32205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3" name="Text 11"/>
          <p:cNvSpPr/>
          <p:nvPr/>
        </p:nvSpPr>
        <p:spPr>
          <a:xfrm>
            <a:off x="922870" y="3182489"/>
            <a:ext cx="2781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Infrastructure as Code</a:t>
            </a: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avec Terraform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7228" y="35632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5" name="Text 13"/>
          <p:cNvSpPr/>
          <p:nvPr/>
        </p:nvSpPr>
        <p:spPr>
          <a:xfrm>
            <a:off x="922870" y="3525194"/>
            <a:ext cx="2038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Automatisation avec </a:t>
            </a:r>
            <a:r>
              <a:rPr lang="en-US" sz="12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Ansible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7228" y="390592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7" name="Text 15"/>
          <p:cNvSpPr/>
          <p:nvPr/>
        </p:nvSpPr>
        <p:spPr>
          <a:xfrm>
            <a:off x="922870" y="3867908"/>
            <a:ext cx="17907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Conteneurisation </a:t>
            </a:r>
            <a:r>
              <a:rPr lang="en-US" sz="12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Docker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7228" y="42486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19" name="Text 17"/>
          <p:cNvSpPr/>
          <p:nvPr/>
        </p:nvSpPr>
        <p:spPr>
          <a:xfrm>
            <a:off x="922870" y="4210622"/>
            <a:ext cx="18669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Orchestration </a:t>
            </a:r>
            <a:r>
              <a:rPr lang="en-US" sz="12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7228" y="45913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1" name="Text 19"/>
          <p:cNvSpPr/>
          <p:nvPr/>
        </p:nvSpPr>
        <p:spPr>
          <a:xfrm>
            <a:off x="922870" y="4553327"/>
            <a:ext cx="2009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CI/CD avec </a:t>
            </a:r>
            <a:r>
              <a:rPr lang="en-US" sz="12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4521" y="1883080"/>
            <a:ext cx="5590309" cy="3132859"/>
          </a:xfrm>
          <a:custGeom>
            <a:avLst/>
            <a:gdLst/>
            <a:ahLst/>
            <a:cxnLst/>
            <a:rect l="l" t="t" r="r" b="b"/>
            <a:pathLst>
              <a:path w="5590309" h="3132859">
                <a:moveTo>
                  <a:pt x="114287" y="0"/>
                </a:moveTo>
                <a:lnTo>
                  <a:pt x="5476022" y="0"/>
                </a:lnTo>
                <a:cubicBezTo>
                  <a:pt x="5539141" y="0"/>
                  <a:pt x="5590309" y="51168"/>
                  <a:pt x="5590309" y="114287"/>
                </a:cubicBezTo>
                <a:lnTo>
                  <a:pt x="5590309" y="3018572"/>
                </a:lnTo>
                <a:cubicBezTo>
                  <a:pt x="5590309" y="3081691"/>
                  <a:pt x="5539141" y="3132859"/>
                  <a:pt x="5476022" y="3132859"/>
                </a:cubicBezTo>
                <a:lnTo>
                  <a:pt x="114287" y="3132859"/>
                </a:lnTo>
                <a:cubicBezTo>
                  <a:pt x="51168" y="3132859"/>
                  <a:pt x="0" y="3081691"/>
                  <a:pt x="0" y="3018572"/>
                </a:cubicBezTo>
                <a:lnTo>
                  <a:pt x="0" y="114287"/>
                </a:lnTo>
                <a:cubicBezTo>
                  <a:pt x="0" y="51210"/>
                  <a:pt x="51210" y="0"/>
                  <a:pt x="114287" y="0"/>
                </a:cubicBezTo>
                <a:close/>
              </a:path>
            </a:pathLst>
          </a:custGeom>
          <a:solidFill>
            <a:srgbClr val="161B22"/>
          </a:solidFill>
          <a:ln w="11545">
            <a:solidFill>
              <a:srgbClr val="238636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7369" y="21159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38636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6573549" y="223972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71438" y="178594"/>
                </a:moveTo>
                <a:lnTo>
                  <a:pt x="13674" y="178594"/>
                </a:lnTo>
                <a:cubicBezTo>
                  <a:pt x="-223" y="178594"/>
                  <a:pt x="-8762" y="163469"/>
                  <a:pt x="-1619" y="151526"/>
                </a:cubicBezTo>
                <a:lnTo>
                  <a:pt x="27905" y="102301"/>
                </a:lnTo>
                <a:cubicBezTo>
                  <a:pt x="32761" y="94208"/>
                  <a:pt x="41467" y="89297"/>
                  <a:pt x="50899" y="89297"/>
                </a:cubicBezTo>
                <a:lnTo>
                  <a:pt x="103919" y="89297"/>
                </a:lnTo>
                <a:cubicBezTo>
                  <a:pt x="146391" y="17357"/>
                  <a:pt x="209736" y="13729"/>
                  <a:pt x="252096" y="19924"/>
                </a:cubicBezTo>
                <a:cubicBezTo>
                  <a:pt x="259240" y="20985"/>
                  <a:pt x="264821" y="26566"/>
                  <a:pt x="265826" y="33654"/>
                </a:cubicBezTo>
                <a:cubicBezTo>
                  <a:pt x="272021" y="76014"/>
                  <a:pt x="268393" y="139359"/>
                  <a:pt x="196453" y="181831"/>
                </a:cubicBezTo>
                <a:lnTo>
                  <a:pt x="196453" y="234851"/>
                </a:lnTo>
                <a:cubicBezTo>
                  <a:pt x="196453" y="244283"/>
                  <a:pt x="191542" y="252989"/>
                  <a:pt x="183449" y="257845"/>
                </a:cubicBezTo>
                <a:lnTo>
                  <a:pt x="134224" y="287369"/>
                </a:lnTo>
                <a:cubicBezTo>
                  <a:pt x="122337" y="294512"/>
                  <a:pt x="107156" y="285917"/>
                  <a:pt x="107156" y="272076"/>
                </a:cubicBezTo>
                <a:lnTo>
                  <a:pt x="107156" y="214313"/>
                </a:lnTo>
                <a:cubicBezTo>
                  <a:pt x="107156" y="194611"/>
                  <a:pt x="91139" y="178594"/>
                  <a:pt x="71438" y="178594"/>
                </a:cubicBezTo>
                <a:lnTo>
                  <a:pt x="71382" y="178594"/>
                </a:lnTo>
                <a:close/>
                <a:moveTo>
                  <a:pt x="223242" y="89297"/>
                </a:moveTo>
                <a:cubicBezTo>
                  <a:pt x="223242" y="74512"/>
                  <a:pt x="211238" y="62508"/>
                  <a:pt x="196453" y="62508"/>
                </a:cubicBezTo>
                <a:cubicBezTo>
                  <a:pt x="181668" y="62508"/>
                  <a:pt x="169664" y="74512"/>
                  <a:pt x="169664" y="89297"/>
                </a:cubicBezTo>
                <a:cubicBezTo>
                  <a:pt x="169664" y="104082"/>
                  <a:pt x="181668" y="116086"/>
                  <a:pt x="196453" y="116086"/>
                </a:cubicBezTo>
                <a:cubicBezTo>
                  <a:pt x="211238" y="116086"/>
                  <a:pt x="223242" y="104082"/>
                  <a:pt x="223242" y="89297"/>
                </a:cubicBezTo>
                <a:close/>
              </a:path>
            </a:pathLst>
          </a:custGeom>
          <a:solidFill>
            <a:srgbClr val="238636"/>
          </a:solidFill>
        </p:spPr>
      </p:sp>
      <p:sp>
        <p:nvSpPr>
          <p:cNvPr id="25" name="Text 23"/>
          <p:cNvSpPr/>
          <p:nvPr/>
        </p:nvSpPr>
        <p:spPr>
          <a:xfrm>
            <a:off x="7133061" y="2230120"/>
            <a:ext cx="25431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6EDF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Améliorations Futures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66419" y="287779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27" name="Text 25"/>
          <p:cNvSpPr/>
          <p:nvPr/>
        </p:nvSpPr>
        <p:spPr>
          <a:xfrm>
            <a:off x="6752061" y="2839776"/>
            <a:ext cx="2409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Tests automatisés dans le pipeline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66419" y="322050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29" name="Text 27"/>
          <p:cNvSpPr/>
          <p:nvPr/>
        </p:nvSpPr>
        <p:spPr>
          <a:xfrm>
            <a:off x="6752061" y="3182489"/>
            <a:ext cx="2324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Monitoring </a:t>
            </a:r>
            <a:r>
              <a:rPr lang="en-US" sz="12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Prometheus/Grafana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66419" y="35632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31" name="Text 29"/>
          <p:cNvSpPr/>
          <p:nvPr/>
        </p:nvSpPr>
        <p:spPr>
          <a:xfrm>
            <a:off x="6752061" y="3525194"/>
            <a:ext cx="1390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Registre privé </a:t>
            </a:r>
            <a:r>
              <a:rPr lang="en-US" sz="1200" b="1" dirty="0">
                <a:solidFill>
                  <a:srgbClr val="2386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66419" y="390592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33" name="Text 31"/>
          <p:cNvSpPr/>
          <p:nvPr/>
        </p:nvSpPr>
        <p:spPr>
          <a:xfrm>
            <a:off x="6752061" y="3867908"/>
            <a:ext cx="1943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HTTPS avec </a:t>
            </a:r>
            <a:r>
              <a:rPr lang="en-US" sz="120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cert-manager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66419" y="42486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35" name="Text 33"/>
          <p:cNvSpPr/>
          <p:nvPr/>
        </p:nvSpPr>
        <p:spPr>
          <a:xfrm>
            <a:off x="6752061" y="4210622"/>
            <a:ext cx="2076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Auto-scaling horizontal (HPA)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66419" y="45913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58A6FF"/>
          </a:solidFill>
        </p:spPr>
      </p:sp>
      <p:sp>
        <p:nvSpPr>
          <p:cNvPr id="37" name="Text 35"/>
          <p:cNvSpPr/>
          <p:nvPr/>
        </p:nvSpPr>
        <p:spPr>
          <a:xfrm>
            <a:off x="6752061" y="4553327"/>
            <a:ext cx="1533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GitOps avec </a:t>
            </a:r>
            <a:r>
              <a:rPr lang="en-US" sz="1200" b="1" dirty="0">
                <a:solidFill>
                  <a:srgbClr val="F7816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ArgoCD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6883" y="5713237"/>
            <a:ext cx="4095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18197" y="5560893"/>
            <a:ext cx="24288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050238" y="5751263"/>
            <a:ext cx="16478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777835" y="5599049"/>
            <a:ext cx="800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Mars 2026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68310" y="5865591"/>
            <a:ext cx="8096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58A6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Merci 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6389</Words>
  <Application>WPS Presentation</Application>
  <PresentationFormat>On-screen Show (16:9)</PresentationFormat>
  <Paragraphs>551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Quattrocento Sans</vt:lpstr>
      <vt:lpstr>Quattrocento Sans</vt:lpstr>
      <vt:lpstr>Quattrocento Sans</vt:lpstr>
      <vt:lpstr>Noto Sans SC</vt:lpstr>
      <vt:lpstr>Noto Sans SC</vt:lpstr>
      <vt:lpstr>MiSans</vt:lpstr>
      <vt:lpstr>MiSans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Task Manager - Présentation du Projet</dc:title>
  <dc:creator>Kimi</dc:creator>
  <dc:subject>DevOps Task Manager - Présentation du Projet</dc:subject>
  <cp:lastModifiedBy>Mohammed</cp:lastModifiedBy>
  <cp:revision>2</cp:revision>
  <dcterms:created xsi:type="dcterms:W3CDTF">2026-03-24T23:51:00Z</dcterms:created>
  <dcterms:modified xsi:type="dcterms:W3CDTF">2026-03-25T02:04:46Z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{"Label":"DevOps Task Manager - Présentation du Projet","ContentProducer":"001191110108MACG2KBH8F10000","ProduceID":"19d223fb-ca12-8254-8000-00007a77e670","ReservedCode1":"","ContentPropagator":"001191110108MACG2KBH8F20000","PropagateID":"19d223fb-ca12-8254-8000-00007a77e670","ReservedCode2":""}</vt:lpwstr>
  </property>
  <property fmtid="{D5CDD505-2E9C-101B-9397-08002B2CF9AE}" pid="3" name="ICV">
    <vt:lpwstr>325C56FACB0946C3A583394DD90B4AB9_12</vt:lpwstr>
  </property>
  <property fmtid="{D5CDD505-2E9C-101B-9397-08002B2CF9AE}" pid="4" name="KSOProductBuildVer">
    <vt:lpwstr>1033-12.2.0.23196</vt:lpwstr>
  </property>
</Properties>
</file>